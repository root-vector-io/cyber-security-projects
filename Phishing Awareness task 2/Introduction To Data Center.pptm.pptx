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ms-powerpoint.presentation.macroEnabled.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handoutMasterIdLst>
    <p:handoutMasterId r:id="rId17"/>
  </p:handoutMasterIdLst>
  <p:sldIdLst>
    <p:sldId id="256" r:id="rId5"/>
    <p:sldId id="277" r:id="rId6"/>
    <p:sldId id="285" r:id="rId7"/>
    <p:sldId id="286" r:id="rId8"/>
    <p:sldId id="291" r:id="rId9"/>
    <p:sldId id="263" r:id="rId10"/>
    <p:sldId id="287" r:id="rId11"/>
    <p:sldId id="289" r:id="rId12"/>
    <p:sldId id="290" r:id="rId13"/>
    <p:sldId id="266" r:id="rId14"/>
    <p:sldId id="29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E7A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710" autoAdjust="0"/>
  </p:normalViewPr>
  <p:slideViewPr>
    <p:cSldViewPr snapToGrid="0">
      <p:cViewPr varScale="1">
        <p:scale>
          <a:sx n="83" d="100"/>
          <a:sy n="83" d="100"/>
        </p:scale>
        <p:origin x="686" y="82"/>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p:scale>
          <a:sx n="1" d="2"/>
          <a:sy n="1" d="2"/>
        </p:scale>
        <p:origin x="3480" y="43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ndareneha948@gmail.com" userId="a1cbee9b7851a283" providerId="LiveId" clId="{1BAC0D5F-A32A-452A-A265-7E87C5001E31}"/>
    <pc:docChg chg="undo custSel addSld delSld modSld sldOrd">
      <pc:chgData name="bhandareneha948@gmail.com" userId="a1cbee9b7851a283" providerId="LiveId" clId="{1BAC0D5F-A32A-452A-A265-7E87C5001E31}" dt="2026-10-04T19:07:59.307" v="486"/>
      <pc:docMkLst>
        <pc:docMk/>
      </pc:docMkLst>
      <pc:sldChg chg="del">
        <pc:chgData name="bhandareneha948@gmail.com" userId="a1cbee9b7851a283" providerId="LiveId" clId="{1BAC0D5F-A32A-452A-A265-7E87C5001E31}" dt="2026-10-04T10:34:40.046" v="245" actId="2696"/>
        <pc:sldMkLst>
          <pc:docMk/>
          <pc:sldMk cId="707789176" sldId="258"/>
        </pc:sldMkLst>
      </pc:sldChg>
      <pc:sldChg chg="del">
        <pc:chgData name="bhandareneha948@gmail.com" userId="a1cbee9b7851a283" providerId="LiveId" clId="{1BAC0D5F-A32A-452A-A265-7E87C5001E31}" dt="2026-10-04T10:35:31.653" v="249" actId="2696"/>
        <pc:sldMkLst>
          <pc:docMk/>
          <pc:sldMk cId="566997565" sldId="260"/>
        </pc:sldMkLst>
      </pc:sldChg>
      <pc:sldChg chg="delSp modSp mod">
        <pc:chgData name="bhandareneha948@gmail.com" userId="a1cbee9b7851a283" providerId="LiveId" clId="{1BAC0D5F-A32A-452A-A265-7E87C5001E31}" dt="2026-10-04T11:24:36.932" v="315" actId="14826"/>
        <pc:sldMkLst>
          <pc:docMk/>
          <pc:sldMk cId="2121178069" sldId="266"/>
        </pc:sldMkLst>
        <pc:spChg chg="mod">
          <ac:chgData name="bhandareneha948@gmail.com" userId="a1cbee9b7851a283" providerId="LiveId" clId="{1BAC0D5F-A32A-452A-A265-7E87C5001E31}" dt="2026-10-04T10:40:58.470" v="310" actId="13926"/>
          <ac:spMkLst>
            <pc:docMk/>
            <pc:sldMk cId="2121178069" sldId="266"/>
            <ac:spMk id="2" creationId="{5CE54ABB-4929-4810-950B-2DAEA0A5BAB4}"/>
          </ac:spMkLst>
        </pc:spChg>
        <pc:spChg chg="mod">
          <ac:chgData name="bhandareneha948@gmail.com" userId="a1cbee9b7851a283" providerId="LiveId" clId="{1BAC0D5F-A32A-452A-A265-7E87C5001E31}" dt="2026-10-04T10:40:17.483" v="305" actId="1076"/>
          <ac:spMkLst>
            <pc:docMk/>
            <pc:sldMk cId="2121178069" sldId="266"/>
            <ac:spMk id="3" creationId="{D5E1C399-8F48-44F5-9461-3C89866D4CE1}"/>
          </ac:spMkLst>
        </pc:spChg>
        <pc:spChg chg="mod">
          <ac:chgData name="bhandareneha948@gmail.com" userId="a1cbee9b7851a283" providerId="LiveId" clId="{1BAC0D5F-A32A-452A-A265-7E87C5001E31}" dt="2026-10-04T10:40:11.468" v="303" actId="1076"/>
          <ac:spMkLst>
            <pc:docMk/>
            <pc:sldMk cId="2121178069" sldId="266"/>
            <ac:spMk id="4" creationId="{A112B089-A8F9-45B1-BE6E-EAC10163F082}"/>
          </ac:spMkLst>
        </pc:spChg>
        <pc:spChg chg="mod">
          <ac:chgData name="bhandareneha948@gmail.com" userId="a1cbee9b7851a283" providerId="LiveId" clId="{1BAC0D5F-A32A-452A-A265-7E87C5001E31}" dt="2026-10-04T10:40:14.354" v="304" actId="1076"/>
          <ac:spMkLst>
            <pc:docMk/>
            <pc:sldMk cId="2121178069" sldId="266"/>
            <ac:spMk id="5" creationId="{CF515C5D-2CDB-4E66-B2B8-1451BC44247F}"/>
          </ac:spMkLst>
        </pc:spChg>
        <pc:spChg chg="mod">
          <ac:chgData name="bhandareneha948@gmail.com" userId="a1cbee9b7851a283" providerId="LiveId" clId="{1BAC0D5F-A32A-452A-A265-7E87C5001E31}" dt="2026-10-04T10:41:18.731" v="312" actId="1076"/>
          <ac:spMkLst>
            <pc:docMk/>
            <pc:sldMk cId="2121178069" sldId="266"/>
            <ac:spMk id="6" creationId="{0FE22F9B-4BF8-41DC-8F1C-836B546E59AD}"/>
          </ac:spMkLst>
        </pc:spChg>
        <pc:spChg chg="mod">
          <ac:chgData name="bhandareneha948@gmail.com" userId="a1cbee9b7851a283" providerId="LiveId" clId="{1BAC0D5F-A32A-452A-A265-7E87C5001E31}" dt="2026-10-04T10:41:12.105" v="311" actId="1076"/>
          <ac:spMkLst>
            <pc:docMk/>
            <pc:sldMk cId="2121178069" sldId="266"/>
            <ac:spMk id="7" creationId="{6B35F89A-6CDF-41F7-BD87-18B45BD7330B}"/>
          </ac:spMkLst>
        </pc:spChg>
        <pc:spChg chg="mod">
          <ac:chgData name="bhandareneha948@gmail.com" userId="a1cbee9b7851a283" providerId="LiveId" clId="{1BAC0D5F-A32A-452A-A265-7E87C5001E31}" dt="2026-10-04T10:41:25.205" v="313" actId="1076"/>
          <ac:spMkLst>
            <pc:docMk/>
            <pc:sldMk cId="2121178069" sldId="266"/>
            <ac:spMk id="8" creationId="{E92B9716-8D44-4864-8986-720957B34362}"/>
          </ac:spMkLst>
        </pc:spChg>
        <pc:spChg chg="del mod">
          <ac:chgData name="bhandareneha948@gmail.com" userId="a1cbee9b7851a283" providerId="LiveId" clId="{1BAC0D5F-A32A-452A-A265-7E87C5001E31}" dt="2026-10-04T10:38:33.074" v="283" actId="478"/>
          <ac:spMkLst>
            <pc:docMk/>
            <pc:sldMk cId="2121178069" sldId="266"/>
            <ac:spMk id="69" creationId="{1DBB0ED0-EE80-4D3C-ADBC-320A9C400ADC}"/>
          </ac:spMkLst>
        </pc:spChg>
        <pc:spChg chg="del">
          <ac:chgData name="bhandareneha948@gmail.com" userId="a1cbee9b7851a283" providerId="LiveId" clId="{1BAC0D5F-A32A-452A-A265-7E87C5001E31}" dt="2026-10-04T10:38:27.291" v="281" actId="478"/>
          <ac:spMkLst>
            <pc:docMk/>
            <pc:sldMk cId="2121178069" sldId="266"/>
            <ac:spMk id="70" creationId="{12B1BCF5-B7EC-40D8-A897-F2D078E8BB07}"/>
          </ac:spMkLst>
        </pc:spChg>
        <pc:picChg chg="mod">
          <ac:chgData name="bhandareneha948@gmail.com" userId="a1cbee9b7851a283" providerId="LiveId" clId="{1BAC0D5F-A32A-452A-A265-7E87C5001E31}" dt="2026-10-04T11:23:07.714" v="314" actId="14826"/>
          <ac:picMkLst>
            <pc:docMk/>
            <pc:sldMk cId="2121178069" sldId="266"/>
            <ac:picMk id="66" creationId="{C3E1B7B8-079D-4A7E-9C9D-2238847A5636}"/>
          </ac:picMkLst>
        </pc:picChg>
        <pc:picChg chg="mod">
          <ac:chgData name="bhandareneha948@gmail.com" userId="a1cbee9b7851a283" providerId="LiveId" clId="{1BAC0D5F-A32A-452A-A265-7E87C5001E31}" dt="2026-10-04T11:24:36.932" v="315" actId="14826"/>
          <ac:picMkLst>
            <pc:docMk/>
            <pc:sldMk cId="2121178069" sldId="266"/>
            <ac:picMk id="68" creationId="{40720171-A57D-4B75-8C19-882ECC4A3A4B}"/>
          </ac:picMkLst>
        </pc:picChg>
      </pc:sldChg>
      <pc:sldChg chg="del">
        <pc:chgData name="bhandareneha948@gmail.com" userId="a1cbee9b7851a283" providerId="LiveId" clId="{1BAC0D5F-A32A-452A-A265-7E87C5001E31}" dt="2026-10-04T10:35:04.235" v="247" actId="2696"/>
        <pc:sldMkLst>
          <pc:docMk/>
          <pc:sldMk cId="4151694508" sldId="268"/>
        </pc:sldMkLst>
      </pc:sldChg>
      <pc:sldChg chg="del">
        <pc:chgData name="bhandareneha948@gmail.com" userId="a1cbee9b7851a283" providerId="LiveId" clId="{1BAC0D5F-A32A-452A-A265-7E87C5001E31}" dt="2026-10-04T10:35:48.400" v="250" actId="2696"/>
        <pc:sldMkLst>
          <pc:docMk/>
          <pc:sldMk cId="1472106130" sldId="270"/>
        </pc:sldMkLst>
      </pc:sldChg>
      <pc:sldChg chg="del">
        <pc:chgData name="bhandareneha948@gmail.com" userId="a1cbee9b7851a283" providerId="LiveId" clId="{1BAC0D5F-A32A-452A-A265-7E87C5001E31}" dt="2026-10-04T10:35:31.653" v="249" actId="2696"/>
        <pc:sldMkLst>
          <pc:docMk/>
          <pc:sldMk cId="460935096" sldId="271"/>
        </pc:sldMkLst>
      </pc:sldChg>
      <pc:sldChg chg="del">
        <pc:chgData name="bhandareneha948@gmail.com" userId="a1cbee9b7851a283" providerId="LiveId" clId="{1BAC0D5F-A32A-452A-A265-7E87C5001E31}" dt="2026-10-04T10:35:20.124" v="248" actId="2696"/>
        <pc:sldMkLst>
          <pc:docMk/>
          <pc:sldMk cId="920173932" sldId="275"/>
        </pc:sldMkLst>
      </pc:sldChg>
      <pc:sldChg chg="del">
        <pc:chgData name="bhandareneha948@gmail.com" userId="a1cbee9b7851a283" providerId="LiveId" clId="{1BAC0D5F-A32A-452A-A265-7E87C5001E31}" dt="2026-10-04T10:35:20.124" v="248" actId="2696"/>
        <pc:sldMkLst>
          <pc:docMk/>
          <pc:sldMk cId="2436493926" sldId="276"/>
        </pc:sldMkLst>
      </pc:sldChg>
      <pc:sldChg chg="addSp delSp modSp add del mod">
        <pc:chgData name="bhandareneha948@gmail.com" userId="a1cbee9b7851a283" providerId="LiveId" clId="{1BAC0D5F-A32A-452A-A265-7E87C5001E31}" dt="2026-10-04T10:34:08.764" v="244" actId="2696"/>
        <pc:sldMkLst>
          <pc:docMk/>
          <pc:sldMk cId="2069393026" sldId="278"/>
        </pc:sldMkLst>
        <pc:spChg chg="add mod">
          <ac:chgData name="bhandareneha948@gmail.com" userId="a1cbee9b7851a283" providerId="LiveId" clId="{1BAC0D5F-A32A-452A-A265-7E87C5001E31}" dt="2026-10-04T10:19:44.167" v="139" actId="478"/>
          <ac:spMkLst>
            <pc:docMk/>
            <pc:sldMk cId="2069393026" sldId="278"/>
            <ac:spMk id="12" creationId="{242CD4AB-5ED5-F673-D30D-5C893D192CC1}"/>
          </ac:spMkLst>
        </pc:spChg>
        <pc:picChg chg="del mod">
          <ac:chgData name="bhandareneha948@gmail.com" userId="a1cbee9b7851a283" providerId="LiveId" clId="{1BAC0D5F-A32A-452A-A265-7E87C5001E31}" dt="2026-10-04T10:19:44.167" v="139" actId="478"/>
          <ac:picMkLst>
            <pc:docMk/>
            <pc:sldMk cId="2069393026" sldId="278"/>
            <ac:picMk id="27" creationId="{E7501A7A-87F1-48B8-AE66-9FB3CB45D40B}"/>
          </ac:picMkLst>
        </pc:picChg>
      </pc:sldChg>
      <pc:sldChg chg="del">
        <pc:chgData name="bhandareneha948@gmail.com" userId="a1cbee9b7851a283" providerId="LiveId" clId="{1BAC0D5F-A32A-452A-A265-7E87C5001E31}" dt="2026-10-04T10:34:59.316" v="246" actId="2696"/>
        <pc:sldMkLst>
          <pc:docMk/>
          <pc:sldMk cId="4252466045" sldId="279"/>
        </pc:sldMkLst>
      </pc:sldChg>
      <pc:sldChg chg="del">
        <pc:chgData name="bhandareneha948@gmail.com" userId="a1cbee9b7851a283" providerId="LiveId" clId="{1BAC0D5F-A32A-452A-A265-7E87C5001E31}" dt="2026-10-04T10:35:48.400" v="250" actId="2696"/>
        <pc:sldMkLst>
          <pc:docMk/>
          <pc:sldMk cId="1417396711" sldId="280"/>
        </pc:sldMkLst>
      </pc:sldChg>
      <pc:sldChg chg="del">
        <pc:chgData name="bhandareneha948@gmail.com" userId="a1cbee9b7851a283" providerId="LiveId" clId="{1BAC0D5F-A32A-452A-A265-7E87C5001E31}" dt="2026-10-04T10:35:31.653" v="249" actId="2696"/>
        <pc:sldMkLst>
          <pc:docMk/>
          <pc:sldMk cId="2561631246" sldId="281"/>
        </pc:sldMkLst>
      </pc:sldChg>
      <pc:sldChg chg="del">
        <pc:chgData name="bhandareneha948@gmail.com" userId="a1cbee9b7851a283" providerId="LiveId" clId="{1BAC0D5F-A32A-452A-A265-7E87C5001E31}" dt="2026-10-04T10:35:31.653" v="249" actId="2696"/>
        <pc:sldMkLst>
          <pc:docMk/>
          <pc:sldMk cId="3477453048" sldId="282"/>
        </pc:sldMkLst>
      </pc:sldChg>
      <pc:sldChg chg="del">
        <pc:chgData name="bhandareneha948@gmail.com" userId="a1cbee9b7851a283" providerId="LiveId" clId="{1BAC0D5F-A32A-452A-A265-7E87C5001E31}" dt="2026-10-04T10:35:31.653" v="249" actId="2696"/>
        <pc:sldMkLst>
          <pc:docMk/>
          <pc:sldMk cId="3396266754" sldId="283"/>
        </pc:sldMkLst>
      </pc:sldChg>
      <pc:sldChg chg="del">
        <pc:chgData name="bhandareneha948@gmail.com" userId="a1cbee9b7851a283" providerId="LiveId" clId="{1BAC0D5F-A32A-452A-A265-7E87C5001E31}" dt="2026-10-04T10:35:20.124" v="248" actId="2696"/>
        <pc:sldMkLst>
          <pc:docMk/>
          <pc:sldMk cId="3284267737" sldId="284"/>
        </pc:sldMkLst>
      </pc:sldChg>
      <pc:sldChg chg="modSp mod">
        <pc:chgData name="bhandareneha948@gmail.com" userId="a1cbee9b7851a283" providerId="LiveId" clId="{1BAC0D5F-A32A-452A-A265-7E87C5001E31}" dt="2026-10-04T10:02:51.936" v="75" actId="14100"/>
        <pc:sldMkLst>
          <pc:docMk/>
          <pc:sldMk cId="3361294292" sldId="285"/>
        </pc:sldMkLst>
        <pc:graphicFrameChg chg="mod">
          <ac:chgData name="bhandareneha948@gmail.com" userId="a1cbee9b7851a283" providerId="LiveId" clId="{1BAC0D5F-A32A-452A-A265-7E87C5001E31}" dt="2026-10-04T10:02:51.936" v="75" actId="14100"/>
          <ac:graphicFrameMkLst>
            <pc:docMk/>
            <pc:sldMk cId="3361294292" sldId="285"/>
            <ac:graphicFrameMk id="27" creationId="{28BCA0D0-C0D2-6264-0471-09B8164A13EA}"/>
          </ac:graphicFrameMkLst>
        </pc:graphicFrameChg>
      </pc:sldChg>
      <pc:sldChg chg="addSp delSp modSp mod">
        <pc:chgData name="bhandareneha948@gmail.com" userId="a1cbee9b7851a283" providerId="LiveId" clId="{1BAC0D5F-A32A-452A-A265-7E87C5001E31}" dt="2026-10-04T10:18:27.325" v="135" actId="207"/>
        <pc:sldMkLst>
          <pc:docMk/>
          <pc:sldMk cId="1677781711" sldId="289"/>
        </pc:sldMkLst>
        <pc:spChg chg="mod">
          <ac:chgData name="bhandareneha948@gmail.com" userId="a1cbee9b7851a283" providerId="LiveId" clId="{1BAC0D5F-A32A-452A-A265-7E87C5001E31}" dt="2026-10-04T10:14:48.027" v="111" actId="14100"/>
          <ac:spMkLst>
            <pc:docMk/>
            <pc:sldMk cId="1677781711" sldId="289"/>
            <ac:spMk id="2" creationId="{5E9A9485-3B53-4989-11FA-A07A19622AE6}"/>
          </ac:spMkLst>
        </pc:spChg>
        <pc:spChg chg="add del mod">
          <ac:chgData name="bhandareneha948@gmail.com" userId="a1cbee9b7851a283" providerId="LiveId" clId="{1BAC0D5F-A32A-452A-A265-7E87C5001E31}" dt="2026-10-04T10:03:12.110" v="76" actId="478"/>
          <ac:spMkLst>
            <pc:docMk/>
            <pc:sldMk cId="1677781711" sldId="289"/>
            <ac:spMk id="3" creationId="{669C3C98-421A-0A40-86A7-586A6FD9996A}"/>
          </ac:spMkLst>
        </pc:spChg>
        <pc:graphicFrameChg chg="add del mod modGraphic">
          <ac:chgData name="bhandareneha948@gmail.com" userId="a1cbee9b7851a283" providerId="LiveId" clId="{1BAC0D5F-A32A-452A-A265-7E87C5001E31}" dt="2026-10-04T09:58:23.285" v="67" actId="1032"/>
          <ac:graphicFrameMkLst>
            <pc:docMk/>
            <pc:sldMk cId="1677781711" sldId="289"/>
            <ac:graphicFrameMk id="7" creationId="{D660BE26-5199-280D-6485-FD432E17FDB5}"/>
          </ac:graphicFrameMkLst>
        </pc:graphicFrameChg>
        <pc:graphicFrameChg chg="add del mod modGraphic">
          <ac:chgData name="bhandareneha948@gmail.com" userId="a1cbee9b7851a283" providerId="LiveId" clId="{1BAC0D5F-A32A-452A-A265-7E87C5001E31}" dt="2026-10-04T10:05:41.549" v="88" actId="478"/>
          <ac:graphicFrameMkLst>
            <pc:docMk/>
            <pc:sldMk cId="1677781711" sldId="289"/>
            <ac:graphicFrameMk id="8" creationId="{EEEA9FE8-F14D-2291-97D1-5C84A83C487B}"/>
          </ac:graphicFrameMkLst>
        </pc:graphicFrameChg>
        <pc:graphicFrameChg chg="add del modGraphic">
          <ac:chgData name="bhandareneha948@gmail.com" userId="a1cbee9b7851a283" providerId="LiveId" clId="{1BAC0D5F-A32A-452A-A265-7E87C5001E31}" dt="2026-10-04T10:10:34.346" v="90" actId="1032"/>
          <ac:graphicFrameMkLst>
            <pc:docMk/>
            <pc:sldMk cId="1677781711" sldId="289"/>
            <ac:graphicFrameMk id="9" creationId="{30826357-7C88-EB52-6B13-DF42B070D68B}"/>
          </ac:graphicFrameMkLst>
        </pc:graphicFrameChg>
        <pc:graphicFrameChg chg="add mod modGraphic">
          <ac:chgData name="bhandareneha948@gmail.com" userId="a1cbee9b7851a283" providerId="LiveId" clId="{1BAC0D5F-A32A-452A-A265-7E87C5001E31}" dt="2026-10-04T10:18:27.325" v="135" actId="207"/>
          <ac:graphicFrameMkLst>
            <pc:docMk/>
            <pc:sldMk cId="1677781711" sldId="289"/>
            <ac:graphicFrameMk id="10" creationId="{D8BD31D5-5E00-C28A-F9B3-1DF7CD75F518}"/>
          </ac:graphicFrameMkLst>
        </pc:graphicFrameChg>
      </pc:sldChg>
      <pc:sldChg chg="addSp delSp modSp new mod">
        <pc:chgData name="bhandareneha948@gmail.com" userId="a1cbee9b7851a283" providerId="LiveId" clId="{1BAC0D5F-A32A-452A-A265-7E87C5001E31}" dt="2026-10-04T10:32:12.935" v="243" actId="207"/>
        <pc:sldMkLst>
          <pc:docMk/>
          <pc:sldMk cId="3656932755" sldId="290"/>
        </pc:sldMkLst>
        <pc:spChg chg="mod">
          <ac:chgData name="bhandareneha948@gmail.com" userId="a1cbee9b7851a283" providerId="LiveId" clId="{1BAC0D5F-A32A-452A-A265-7E87C5001E31}" dt="2026-10-04T10:21:04.167" v="148" actId="1076"/>
          <ac:spMkLst>
            <pc:docMk/>
            <pc:sldMk cId="3656932755" sldId="290"/>
            <ac:spMk id="2" creationId="{FD4CC0E1-56F0-95EA-9F42-1D194652D748}"/>
          </ac:spMkLst>
        </pc:spChg>
        <pc:spChg chg="del">
          <ac:chgData name="bhandareneha948@gmail.com" userId="a1cbee9b7851a283" providerId="LiveId" clId="{1BAC0D5F-A32A-452A-A265-7E87C5001E31}" dt="2026-10-04T10:20:28.702" v="141" actId="478"/>
          <ac:spMkLst>
            <pc:docMk/>
            <pc:sldMk cId="3656932755" sldId="290"/>
            <ac:spMk id="3" creationId="{DD0FE77E-C77F-271E-446A-81C8E890BF89}"/>
          </ac:spMkLst>
        </pc:spChg>
        <pc:graphicFrameChg chg="add mod modGraphic">
          <ac:chgData name="bhandareneha948@gmail.com" userId="a1cbee9b7851a283" providerId="LiveId" clId="{1BAC0D5F-A32A-452A-A265-7E87C5001E31}" dt="2026-10-04T10:32:12.935" v="243" actId="207"/>
          <ac:graphicFrameMkLst>
            <pc:docMk/>
            <pc:sldMk cId="3656932755" sldId="290"/>
            <ac:graphicFrameMk id="7" creationId="{63DE54D5-0BD6-F0A4-1079-6719D69C0AE0}"/>
          </ac:graphicFrameMkLst>
        </pc:graphicFrameChg>
      </pc:sldChg>
      <pc:sldChg chg="addSp delSp modSp new mod ord">
        <pc:chgData name="bhandareneha948@gmail.com" userId="a1cbee9b7851a283" providerId="LiveId" clId="{1BAC0D5F-A32A-452A-A265-7E87C5001E31}" dt="2026-10-04T11:44:42.216" v="348" actId="1440"/>
        <pc:sldMkLst>
          <pc:docMk/>
          <pc:sldMk cId="175123354" sldId="291"/>
        </pc:sldMkLst>
        <pc:spChg chg="mod">
          <ac:chgData name="bhandareneha948@gmail.com" userId="a1cbee9b7851a283" providerId="LiveId" clId="{1BAC0D5F-A32A-452A-A265-7E87C5001E31}" dt="2026-10-04T11:43:07.354" v="325" actId="1076"/>
          <ac:spMkLst>
            <pc:docMk/>
            <pc:sldMk cId="175123354" sldId="291"/>
            <ac:spMk id="2" creationId="{91FF828F-D007-1558-C5F1-317CCF6CBC54}"/>
          </ac:spMkLst>
        </pc:spChg>
        <pc:spChg chg="del">
          <ac:chgData name="bhandareneha948@gmail.com" userId="a1cbee9b7851a283" providerId="LiveId" clId="{1BAC0D5F-A32A-452A-A265-7E87C5001E31}" dt="2026-10-04T11:35:20.287" v="322" actId="478"/>
          <ac:spMkLst>
            <pc:docMk/>
            <pc:sldMk cId="175123354" sldId="291"/>
            <ac:spMk id="3" creationId="{71BEC840-9AC4-C334-422C-A577FABEF24A}"/>
          </ac:spMkLst>
        </pc:spChg>
        <pc:picChg chg="add mod">
          <ac:chgData name="bhandareneha948@gmail.com" userId="a1cbee9b7851a283" providerId="LiveId" clId="{1BAC0D5F-A32A-452A-A265-7E87C5001E31}" dt="2026-10-04T11:44:42.216" v="348" actId="1440"/>
          <ac:picMkLst>
            <pc:docMk/>
            <pc:sldMk cId="175123354" sldId="291"/>
            <ac:picMk id="8" creationId="{97989915-D754-043B-AEE3-643F5D8BAE91}"/>
          </ac:picMkLst>
        </pc:picChg>
      </pc:sldChg>
      <pc:sldChg chg="addSp delSp modSp new del mod">
        <pc:chgData name="bhandareneha948@gmail.com" userId="a1cbee9b7851a283" providerId="LiveId" clId="{1BAC0D5F-A32A-452A-A265-7E87C5001E31}" dt="2026-10-04T12:04:59.182" v="407" actId="2696"/>
        <pc:sldMkLst>
          <pc:docMk/>
          <pc:sldMk cId="689461821" sldId="292"/>
        </pc:sldMkLst>
        <pc:spChg chg="del">
          <ac:chgData name="bhandareneha948@gmail.com" userId="a1cbee9b7851a283" providerId="LiveId" clId="{1BAC0D5F-A32A-452A-A265-7E87C5001E31}" dt="2026-10-04T11:46:04.970" v="350" actId="478"/>
          <ac:spMkLst>
            <pc:docMk/>
            <pc:sldMk cId="689461821" sldId="292"/>
            <ac:spMk id="2" creationId="{E5247B23-1B5A-8E44-2EC4-D0A3FA9EC14F}"/>
          </ac:spMkLst>
        </pc:spChg>
        <pc:spChg chg="del mod">
          <ac:chgData name="bhandareneha948@gmail.com" userId="a1cbee9b7851a283" providerId="LiveId" clId="{1BAC0D5F-A32A-452A-A265-7E87C5001E31}" dt="2026-10-04T11:46:19.730" v="360" actId="478"/>
          <ac:spMkLst>
            <pc:docMk/>
            <pc:sldMk cId="689461821" sldId="292"/>
            <ac:spMk id="3" creationId="{0C69D234-C997-5EC0-AD18-240B7FF341BE}"/>
          </ac:spMkLst>
        </pc:spChg>
        <pc:spChg chg="mod">
          <ac:chgData name="bhandareneha948@gmail.com" userId="a1cbee9b7851a283" providerId="LiveId" clId="{1BAC0D5F-A32A-452A-A265-7E87C5001E31}" dt="2026-10-04T11:46:17.214" v="359" actId="20577"/>
          <ac:spMkLst>
            <pc:docMk/>
            <pc:sldMk cId="689461821" sldId="292"/>
            <ac:spMk id="4" creationId="{E11BCC85-DF96-1067-9FF6-752ECB0322DF}"/>
          </ac:spMkLst>
        </pc:spChg>
        <pc:spChg chg="add del mod">
          <ac:chgData name="bhandareneha948@gmail.com" userId="a1cbee9b7851a283" providerId="LiveId" clId="{1BAC0D5F-A32A-452A-A265-7E87C5001E31}" dt="2026-10-04T11:46:52.442" v="370" actId="11529"/>
          <ac:spMkLst>
            <pc:docMk/>
            <pc:sldMk cId="689461821" sldId="292"/>
            <ac:spMk id="7" creationId="{9E2AA66F-0617-DABE-D061-88257F13FA7D}"/>
          </ac:spMkLst>
        </pc:spChg>
        <pc:spChg chg="add mod ord">
          <ac:chgData name="bhandareneha948@gmail.com" userId="a1cbee9b7851a283" providerId="LiveId" clId="{1BAC0D5F-A32A-452A-A265-7E87C5001E31}" dt="2026-10-04T12:02:13.054" v="402" actId="167"/>
          <ac:spMkLst>
            <pc:docMk/>
            <pc:sldMk cId="689461821" sldId="292"/>
            <ac:spMk id="8" creationId="{6CA0E6B1-2B65-804E-A054-21E09092DC20}"/>
          </ac:spMkLst>
        </pc:spChg>
        <pc:spChg chg="add del mod ord">
          <ac:chgData name="bhandareneha948@gmail.com" userId="a1cbee9b7851a283" providerId="LiveId" clId="{1BAC0D5F-A32A-452A-A265-7E87C5001E31}" dt="2026-10-04T12:03:21.875" v="406" actId="478"/>
          <ac:spMkLst>
            <pc:docMk/>
            <pc:sldMk cId="689461821" sldId="292"/>
            <ac:spMk id="9" creationId="{ACA7FFF7-3253-B94F-0AC2-BB9E50D80628}"/>
          </ac:spMkLst>
        </pc:spChg>
        <pc:spChg chg="add del mod">
          <ac:chgData name="bhandareneha948@gmail.com" userId="a1cbee9b7851a283" providerId="LiveId" clId="{1BAC0D5F-A32A-452A-A265-7E87C5001E31}" dt="2026-10-04T12:01:57.917" v="400"/>
          <ac:spMkLst>
            <pc:docMk/>
            <pc:sldMk cId="689461821" sldId="292"/>
            <ac:spMk id="10" creationId="{2E9AAC9C-7840-AB4A-F6A4-0A987140156D}"/>
          </ac:spMkLst>
        </pc:spChg>
      </pc:sldChg>
      <pc:sldChg chg="addSp delSp modSp new del mod">
        <pc:chgData name="bhandareneha948@gmail.com" userId="a1cbee9b7851a283" providerId="LiveId" clId="{1BAC0D5F-A32A-452A-A265-7E87C5001E31}" dt="2026-10-04T12:14:31.853" v="461" actId="2696"/>
        <pc:sldMkLst>
          <pc:docMk/>
          <pc:sldMk cId="2575302441" sldId="292"/>
        </pc:sldMkLst>
        <pc:spChg chg="del">
          <ac:chgData name="bhandareneha948@gmail.com" userId="a1cbee9b7851a283" providerId="LiveId" clId="{1BAC0D5F-A32A-452A-A265-7E87C5001E31}" dt="2026-10-04T12:05:11.513" v="409" actId="478"/>
          <ac:spMkLst>
            <pc:docMk/>
            <pc:sldMk cId="2575302441" sldId="292"/>
            <ac:spMk id="2" creationId="{17DC7190-CEB2-2AAE-3F68-1B1E5D1765A3}"/>
          </ac:spMkLst>
        </pc:spChg>
        <pc:spChg chg="del">
          <ac:chgData name="bhandareneha948@gmail.com" userId="a1cbee9b7851a283" providerId="LiveId" clId="{1BAC0D5F-A32A-452A-A265-7E87C5001E31}" dt="2026-10-04T12:05:14.027" v="410" actId="478"/>
          <ac:spMkLst>
            <pc:docMk/>
            <pc:sldMk cId="2575302441" sldId="292"/>
            <ac:spMk id="3" creationId="{2CB37782-E0C2-6193-F74E-C6258D1A2613}"/>
          </ac:spMkLst>
        </pc:spChg>
        <pc:spChg chg="add mod">
          <ac:chgData name="bhandareneha948@gmail.com" userId="a1cbee9b7851a283" providerId="LiveId" clId="{1BAC0D5F-A32A-452A-A265-7E87C5001E31}" dt="2026-10-04T12:06:19.208" v="417" actId="207"/>
          <ac:spMkLst>
            <pc:docMk/>
            <pc:sldMk cId="2575302441" sldId="292"/>
            <ac:spMk id="7" creationId="{641E0FB0-4813-A4AF-61A9-F951F8774CA0}"/>
          </ac:spMkLst>
        </pc:spChg>
        <pc:spChg chg="add mod">
          <ac:chgData name="bhandareneha948@gmail.com" userId="a1cbee9b7851a283" providerId="LiveId" clId="{1BAC0D5F-A32A-452A-A265-7E87C5001E31}" dt="2026-10-04T12:12:40.454" v="450" actId="1076"/>
          <ac:spMkLst>
            <pc:docMk/>
            <pc:sldMk cId="2575302441" sldId="292"/>
            <ac:spMk id="8" creationId="{94E0740B-0D2E-C23A-13DB-89FD7A635128}"/>
          </ac:spMkLst>
        </pc:spChg>
        <pc:spChg chg="add mod">
          <ac:chgData name="bhandareneha948@gmail.com" userId="a1cbee9b7851a283" providerId="LiveId" clId="{1BAC0D5F-A32A-452A-A265-7E87C5001E31}" dt="2026-10-04T12:14:24.625" v="460" actId="1076"/>
          <ac:spMkLst>
            <pc:docMk/>
            <pc:sldMk cId="2575302441" sldId="292"/>
            <ac:spMk id="9" creationId="{E306ED01-F1ED-175C-FB7A-EFEB43B1C991}"/>
          </ac:spMkLst>
        </pc:spChg>
        <pc:spChg chg="add mod">
          <ac:chgData name="bhandareneha948@gmail.com" userId="a1cbee9b7851a283" providerId="LiveId" clId="{1BAC0D5F-A32A-452A-A265-7E87C5001E31}" dt="2026-10-04T12:14:09.124" v="458" actId="1076"/>
          <ac:spMkLst>
            <pc:docMk/>
            <pc:sldMk cId="2575302441" sldId="292"/>
            <ac:spMk id="10" creationId="{94956507-129C-61E7-8915-BA52DD0DC486}"/>
          </ac:spMkLst>
        </pc:spChg>
      </pc:sldChg>
      <pc:sldChg chg="addSp delSp modSp new mod setBg">
        <pc:chgData name="bhandareneha948@gmail.com" userId="a1cbee9b7851a283" providerId="LiveId" clId="{1BAC0D5F-A32A-452A-A265-7E87C5001E31}" dt="2026-10-04T19:07:59.307" v="486"/>
        <pc:sldMkLst>
          <pc:docMk/>
          <pc:sldMk cId="3323941243" sldId="292"/>
        </pc:sldMkLst>
        <pc:spChg chg="del mod">
          <ac:chgData name="bhandareneha948@gmail.com" userId="a1cbee9b7851a283" providerId="LiveId" clId="{1BAC0D5F-A32A-452A-A265-7E87C5001E31}" dt="2026-10-04T19:06:24.831" v="465" actId="478"/>
          <ac:spMkLst>
            <pc:docMk/>
            <pc:sldMk cId="3323941243" sldId="292"/>
            <ac:spMk id="2" creationId="{04913460-E725-6EF6-335B-3CC894B54AE5}"/>
          </ac:spMkLst>
        </pc:spChg>
        <pc:spChg chg="del mod">
          <ac:chgData name="bhandareneha948@gmail.com" userId="a1cbee9b7851a283" providerId="LiveId" clId="{1BAC0D5F-A32A-452A-A265-7E87C5001E31}" dt="2026-10-04T19:06:34.543" v="467" actId="478"/>
          <ac:spMkLst>
            <pc:docMk/>
            <pc:sldMk cId="3323941243" sldId="292"/>
            <ac:spMk id="3" creationId="{46236424-E58B-1E90-F864-D315F33124F6}"/>
          </ac:spMkLst>
        </pc:spChg>
        <pc:spChg chg="add mod">
          <ac:chgData name="bhandareneha948@gmail.com" userId="a1cbee9b7851a283" providerId="LiveId" clId="{1BAC0D5F-A32A-452A-A265-7E87C5001E31}" dt="2026-10-04T19:07:28.038" v="485" actId="14861"/>
          <ac:spMkLst>
            <pc:docMk/>
            <pc:sldMk cId="3323941243" sldId="292"/>
            <ac:spMk id="7" creationId="{58E94EE3-2497-9811-58F1-D87C8372B92C}"/>
          </ac:spMkLst>
        </pc:spChg>
      </pc:sldChg>
      <pc:sldChg chg="addSp delSp modSp add del mod">
        <pc:chgData name="bhandareneha948@gmail.com" userId="a1cbee9b7851a283" providerId="LiveId" clId="{1BAC0D5F-A32A-452A-A265-7E87C5001E31}" dt="2026-10-04T12:12:35.253" v="449" actId="2696"/>
        <pc:sldMkLst>
          <pc:docMk/>
          <pc:sldMk cId="1184655408" sldId="293"/>
        </pc:sldMkLst>
        <pc:spChg chg="add del mod">
          <ac:chgData name="bhandareneha948@gmail.com" userId="a1cbee9b7851a283" providerId="LiveId" clId="{1BAC0D5F-A32A-452A-A265-7E87C5001E31}" dt="2026-10-04T12:12:31.805" v="448"/>
          <ac:spMkLst>
            <pc:docMk/>
            <pc:sldMk cId="1184655408" sldId="293"/>
            <ac:spMk id="2" creationId="{A80BE57D-E151-1142-5F47-B5942E9EB7EF}"/>
          </ac:spMkLst>
        </pc:spChg>
        <pc:spChg chg="mod">
          <ac:chgData name="bhandareneha948@gmail.com" userId="a1cbee9b7851a283" providerId="LiveId" clId="{1BAC0D5F-A32A-452A-A265-7E87C5001E31}" dt="2026-10-04T12:11:00.637" v="442" actId="14838"/>
          <ac:spMkLst>
            <pc:docMk/>
            <pc:sldMk cId="1184655408" sldId="293"/>
            <ac:spMk id="7" creationId="{1102E7F9-1DC3-4A54-0002-CE74822F437C}"/>
          </ac:spMkLst>
        </pc:spChg>
        <pc:spChg chg="mod">
          <ac:chgData name="bhandareneha948@gmail.com" userId="a1cbee9b7851a283" providerId="LiveId" clId="{1BAC0D5F-A32A-452A-A265-7E87C5001E31}" dt="2026-10-04T12:11:21.710" v="445" actId="14861"/>
          <ac:spMkLst>
            <pc:docMk/>
            <pc:sldMk cId="1184655408" sldId="293"/>
            <ac:spMk id="8" creationId="{4370ABCD-93B3-E529-78F0-9D49FE75AA16}"/>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435817A4-6E6C-42B5-B292-8EDC8246EAA9}" type="doc">
      <dgm:prSet loTypeId="urn:microsoft.com/office/officeart/2005/8/layout/cycle2" loCatId="cycle" qsTypeId="urn:microsoft.com/office/officeart/2005/8/quickstyle/3d7" qsCatId="3D" csTypeId="urn:microsoft.com/office/officeart/2005/8/colors/accent1_2" csCatId="accent1" phldr="1"/>
      <dgm:spPr/>
      <dgm:t>
        <a:bodyPr/>
        <a:lstStyle/>
        <a:p>
          <a:endParaRPr lang="en-US"/>
        </a:p>
      </dgm:t>
    </dgm:pt>
    <dgm:pt modelId="{B3F039B6-D558-4465-B24A-E75E903AE612}">
      <dgm:prSet phldrT="[Text]" phldr="0"/>
      <dgm:spPr>
        <a:solidFill>
          <a:srgbClr val="FF0000"/>
        </a:solidFill>
      </dgm:spPr>
      <dgm:t>
        <a:bodyPr/>
        <a:lstStyle/>
        <a:p>
          <a:r>
            <a:rPr lang="en-US" dirty="0"/>
            <a:t>User</a:t>
          </a:r>
        </a:p>
      </dgm:t>
    </dgm:pt>
    <dgm:pt modelId="{87424E65-C273-4E31-B183-7E8844EED9ED}" type="parTrans" cxnId="{A9C7829F-B968-46B1-BB4D-6CC4C995C196}">
      <dgm:prSet/>
      <dgm:spPr/>
      <dgm:t>
        <a:bodyPr/>
        <a:lstStyle/>
        <a:p>
          <a:endParaRPr lang="en-US"/>
        </a:p>
      </dgm:t>
    </dgm:pt>
    <dgm:pt modelId="{837AC775-476C-4E0D-9784-075FA0117F70}" type="sibTrans" cxnId="{A9C7829F-B968-46B1-BB4D-6CC4C995C196}">
      <dgm:prSet/>
      <dgm:spPr/>
      <dgm:t>
        <a:bodyPr/>
        <a:lstStyle/>
        <a:p>
          <a:endParaRPr lang="en-US"/>
        </a:p>
      </dgm:t>
    </dgm:pt>
    <dgm:pt modelId="{CB20AFB8-5DF5-41C3-82FD-E3A8461C173B}">
      <dgm:prSet phldrT="[Text]" phldr="0"/>
      <dgm:spPr>
        <a:solidFill>
          <a:srgbClr val="FFFF00"/>
        </a:solidFill>
      </dgm:spPr>
      <dgm:t>
        <a:bodyPr/>
        <a:lstStyle/>
        <a:p>
          <a:r>
            <a:rPr lang="en-US" dirty="0"/>
            <a:t>Internet</a:t>
          </a:r>
        </a:p>
      </dgm:t>
    </dgm:pt>
    <dgm:pt modelId="{EE569F51-E0DE-4386-8F6B-BD1EE0E27CFC}" type="parTrans" cxnId="{8844D065-DCA2-47FF-882E-F8CF40D486E9}">
      <dgm:prSet/>
      <dgm:spPr/>
      <dgm:t>
        <a:bodyPr/>
        <a:lstStyle/>
        <a:p>
          <a:endParaRPr lang="en-US"/>
        </a:p>
      </dgm:t>
    </dgm:pt>
    <dgm:pt modelId="{333FE0FA-36EF-4245-BBF3-D212368962A5}" type="sibTrans" cxnId="{8844D065-DCA2-47FF-882E-F8CF40D486E9}">
      <dgm:prSet/>
      <dgm:spPr/>
      <dgm:t>
        <a:bodyPr/>
        <a:lstStyle/>
        <a:p>
          <a:endParaRPr lang="en-US"/>
        </a:p>
      </dgm:t>
    </dgm:pt>
    <dgm:pt modelId="{30AD069D-CE91-454B-B994-3E8A1C45B558}">
      <dgm:prSet phldrT="[Text]" phldr="0"/>
      <dgm:spPr>
        <a:solidFill>
          <a:srgbClr val="00B0F0"/>
        </a:solidFill>
      </dgm:spPr>
      <dgm:t>
        <a:bodyPr/>
        <a:lstStyle/>
        <a:p>
          <a:r>
            <a:rPr lang="en-US" dirty="0"/>
            <a:t>Data Center</a:t>
          </a:r>
        </a:p>
      </dgm:t>
    </dgm:pt>
    <dgm:pt modelId="{97594B77-B62F-47B3-8BBC-85D780514BC3}" type="parTrans" cxnId="{52442A40-BA1F-4EE6-9F0E-33CC7EA1CDFC}">
      <dgm:prSet/>
      <dgm:spPr/>
      <dgm:t>
        <a:bodyPr/>
        <a:lstStyle/>
        <a:p>
          <a:endParaRPr lang="en-US"/>
        </a:p>
      </dgm:t>
    </dgm:pt>
    <dgm:pt modelId="{BBE668AC-9E35-4965-9466-D50F3965466A}" type="sibTrans" cxnId="{52442A40-BA1F-4EE6-9F0E-33CC7EA1CDFC}">
      <dgm:prSet/>
      <dgm:spPr/>
      <dgm:t>
        <a:bodyPr/>
        <a:lstStyle/>
        <a:p>
          <a:endParaRPr lang="en-US"/>
        </a:p>
      </dgm:t>
    </dgm:pt>
    <dgm:pt modelId="{5346BFC4-49EA-4593-9587-39DDDE92388D}">
      <dgm:prSet phldrT="[Text]" phldr="0"/>
      <dgm:spPr>
        <a:solidFill>
          <a:srgbClr val="00B050"/>
        </a:solidFill>
      </dgm:spPr>
      <dgm:t>
        <a:bodyPr/>
        <a:lstStyle/>
        <a:p>
          <a:r>
            <a:rPr lang="en-US" dirty="0"/>
            <a:t>Servers</a:t>
          </a:r>
        </a:p>
      </dgm:t>
    </dgm:pt>
    <dgm:pt modelId="{F047C6B6-3693-4364-A07C-D7A9399884E0}" type="parTrans" cxnId="{B844F9FF-6AB3-4D89-BD7A-47B616029FB2}">
      <dgm:prSet/>
      <dgm:spPr/>
      <dgm:t>
        <a:bodyPr/>
        <a:lstStyle/>
        <a:p>
          <a:endParaRPr lang="en-US"/>
        </a:p>
      </dgm:t>
    </dgm:pt>
    <dgm:pt modelId="{EAFC1143-8A7A-4807-9A85-003D450FC0B9}" type="sibTrans" cxnId="{B844F9FF-6AB3-4D89-BD7A-47B616029FB2}">
      <dgm:prSet/>
      <dgm:spPr/>
      <dgm:t>
        <a:bodyPr/>
        <a:lstStyle/>
        <a:p>
          <a:endParaRPr lang="en-US"/>
        </a:p>
      </dgm:t>
    </dgm:pt>
    <dgm:pt modelId="{0AD8C86B-BE9A-48E1-9676-01385BB827FB}">
      <dgm:prSet phldrT="[Text]" phldr="0"/>
      <dgm:spPr>
        <a:solidFill>
          <a:schemeClr val="accent5">
            <a:lumMod val="75000"/>
          </a:schemeClr>
        </a:solidFill>
      </dgm:spPr>
      <dgm:t>
        <a:bodyPr/>
        <a:lstStyle/>
        <a:p>
          <a:r>
            <a:rPr lang="en-US" dirty="0"/>
            <a:t>Data / Services</a:t>
          </a:r>
        </a:p>
      </dgm:t>
    </dgm:pt>
    <dgm:pt modelId="{2C60CF1B-35C0-427E-AE4E-B07C2F697882}" type="parTrans" cxnId="{F335006F-2AFC-4DE2-BADB-D71008427710}">
      <dgm:prSet/>
      <dgm:spPr/>
      <dgm:t>
        <a:bodyPr/>
        <a:lstStyle/>
        <a:p>
          <a:endParaRPr lang="en-US"/>
        </a:p>
      </dgm:t>
    </dgm:pt>
    <dgm:pt modelId="{C433F9C7-E2C1-4984-8BF2-B942CE2F81EE}" type="sibTrans" cxnId="{F335006F-2AFC-4DE2-BADB-D71008427710}">
      <dgm:prSet/>
      <dgm:spPr/>
      <dgm:t>
        <a:bodyPr/>
        <a:lstStyle/>
        <a:p>
          <a:endParaRPr lang="en-US"/>
        </a:p>
      </dgm:t>
    </dgm:pt>
    <dgm:pt modelId="{49C59486-FED6-4FD6-A018-CEE6EAFEA815}" type="pres">
      <dgm:prSet presAssocID="{435817A4-6E6C-42B5-B292-8EDC8246EAA9}" presName="cycle" presStyleCnt="0">
        <dgm:presLayoutVars>
          <dgm:dir/>
          <dgm:resizeHandles val="exact"/>
        </dgm:presLayoutVars>
      </dgm:prSet>
      <dgm:spPr/>
    </dgm:pt>
    <dgm:pt modelId="{1A7DBD47-710C-47EA-B0D4-3DB81069B9F1}" type="pres">
      <dgm:prSet presAssocID="{B3F039B6-D558-4465-B24A-E75E903AE612}" presName="node" presStyleLbl="node1" presStyleIdx="0" presStyleCnt="5">
        <dgm:presLayoutVars>
          <dgm:bulletEnabled val="1"/>
        </dgm:presLayoutVars>
      </dgm:prSet>
      <dgm:spPr/>
    </dgm:pt>
    <dgm:pt modelId="{7597045D-286D-4717-9066-F4A1E15B68D8}" type="pres">
      <dgm:prSet presAssocID="{837AC775-476C-4E0D-9784-075FA0117F70}" presName="sibTrans" presStyleLbl="sibTrans2D1" presStyleIdx="0" presStyleCnt="5"/>
      <dgm:spPr/>
    </dgm:pt>
    <dgm:pt modelId="{4DF87E12-982C-40BD-8535-8B36D487180B}" type="pres">
      <dgm:prSet presAssocID="{837AC775-476C-4E0D-9784-075FA0117F70}" presName="connectorText" presStyleLbl="sibTrans2D1" presStyleIdx="0" presStyleCnt="5"/>
      <dgm:spPr/>
    </dgm:pt>
    <dgm:pt modelId="{B162DB9C-8B97-4B08-8F5F-E4B17C94AA40}" type="pres">
      <dgm:prSet presAssocID="{CB20AFB8-5DF5-41C3-82FD-E3A8461C173B}" presName="node" presStyleLbl="node1" presStyleIdx="1" presStyleCnt="5">
        <dgm:presLayoutVars>
          <dgm:bulletEnabled val="1"/>
        </dgm:presLayoutVars>
      </dgm:prSet>
      <dgm:spPr/>
    </dgm:pt>
    <dgm:pt modelId="{DD32E743-11FF-481B-99C1-0DFBC566CD14}" type="pres">
      <dgm:prSet presAssocID="{333FE0FA-36EF-4245-BBF3-D212368962A5}" presName="sibTrans" presStyleLbl="sibTrans2D1" presStyleIdx="1" presStyleCnt="5"/>
      <dgm:spPr/>
    </dgm:pt>
    <dgm:pt modelId="{116D5D21-C7CF-4C2A-8615-EF9205C49DCF}" type="pres">
      <dgm:prSet presAssocID="{333FE0FA-36EF-4245-BBF3-D212368962A5}" presName="connectorText" presStyleLbl="sibTrans2D1" presStyleIdx="1" presStyleCnt="5"/>
      <dgm:spPr/>
    </dgm:pt>
    <dgm:pt modelId="{D0EF1C51-2FA1-42F3-A03C-188EE48C61C7}" type="pres">
      <dgm:prSet presAssocID="{30AD069D-CE91-454B-B994-3E8A1C45B558}" presName="node" presStyleLbl="node1" presStyleIdx="2" presStyleCnt="5">
        <dgm:presLayoutVars>
          <dgm:bulletEnabled val="1"/>
        </dgm:presLayoutVars>
      </dgm:prSet>
      <dgm:spPr/>
    </dgm:pt>
    <dgm:pt modelId="{F024A9BB-6E0D-4D8A-A277-F61FA349473B}" type="pres">
      <dgm:prSet presAssocID="{BBE668AC-9E35-4965-9466-D50F3965466A}" presName="sibTrans" presStyleLbl="sibTrans2D1" presStyleIdx="2" presStyleCnt="5"/>
      <dgm:spPr/>
    </dgm:pt>
    <dgm:pt modelId="{7D540E28-28EF-4C2C-81D2-3BB61021ACE0}" type="pres">
      <dgm:prSet presAssocID="{BBE668AC-9E35-4965-9466-D50F3965466A}" presName="connectorText" presStyleLbl="sibTrans2D1" presStyleIdx="2" presStyleCnt="5"/>
      <dgm:spPr/>
    </dgm:pt>
    <dgm:pt modelId="{CEF9C272-59D4-498D-8C59-9B45661C63CD}" type="pres">
      <dgm:prSet presAssocID="{5346BFC4-49EA-4593-9587-39DDDE92388D}" presName="node" presStyleLbl="node1" presStyleIdx="3" presStyleCnt="5">
        <dgm:presLayoutVars>
          <dgm:bulletEnabled val="1"/>
        </dgm:presLayoutVars>
      </dgm:prSet>
      <dgm:spPr/>
    </dgm:pt>
    <dgm:pt modelId="{D942F053-82B4-4863-8CD1-F23E99635296}" type="pres">
      <dgm:prSet presAssocID="{EAFC1143-8A7A-4807-9A85-003D450FC0B9}" presName="sibTrans" presStyleLbl="sibTrans2D1" presStyleIdx="3" presStyleCnt="5"/>
      <dgm:spPr/>
    </dgm:pt>
    <dgm:pt modelId="{066E8E11-6574-4BA1-96E9-90262F9E4049}" type="pres">
      <dgm:prSet presAssocID="{EAFC1143-8A7A-4807-9A85-003D450FC0B9}" presName="connectorText" presStyleLbl="sibTrans2D1" presStyleIdx="3" presStyleCnt="5"/>
      <dgm:spPr/>
    </dgm:pt>
    <dgm:pt modelId="{85DCA6E4-F863-4A7A-999C-EBB45AD69CFF}" type="pres">
      <dgm:prSet presAssocID="{0AD8C86B-BE9A-48E1-9676-01385BB827FB}" presName="node" presStyleLbl="node1" presStyleIdx="4" presStyleCnt="5">
        <dgm:presLayoutVars>
          <dgm:bulletEnabled val="1"/>
        </dgm:presLayoutVars>
      </dgm:prSet>
      <dgm:spPr/>
    </dgm:pt>
    <dgm:pt modelId="{887EBFDB-FAF2-45E8-BFC9-1A6EE2139DCE}" type="pres">
      <dgm:prSet presAssocID="{C433F9C7-E2C1-4984-8BF2-B942CE2F81EE}" presName="sibTrans" presStyleLbl="sibTrans2D1" presStyleIdx="4" presStyleCnt="5"/>
      <dgm:spPr/>
    </dgm:pt>
    <dgm:pt modelId="{E54DC57D-2244-45BA-B2FA-01AEF7B6A91D}" type="pres">
      <dgm:prSet presAssocID="{C433F9C7-E2C1-4984-8BF2-B942CE2F81EE}" presName="connectorText" presStyleLbl="sibTrans2D1" presStyleIdx="4" presStyleCnt="5"/>
      <dgm:spPr/>
    </dgm:pt>
  </dgm:ptLst>
  <dgm:cxnLst>
    <dgm:cxn modelId="{7B029E16-49B9-4943-B88B-5FB89C4B8A2B}" type="presOf" srcId="{CB20AFB8-5DF5-41C3-82FD-E3A8461C173B}" destId="{B162DB9C-8B97-4B08-8F5F-E4B17C94AA40}" srcOrd="0" destOrd="0" presId="urn:microsoft.com/office/officeart/2005/8/layout/cycle2"/>
    <dgm:cxn modelId="{52442A40-BA1F-4EE6-9F0E-33CC7EA1CDFC}" srcId="{435817A4-6E6C-42B5-B292-8EDC8246EAA9}" destId="{30AD069D-CE91-454B-B994-3E8A1C45B558}" srcOrd="2" destOrd="0" parTransId="{97594B77-B62F-47B3-8BBC-85D780514BC3}" sibTransId="{BBE668AC-9E35-4965-9466-D50F3965466A}"/>
    <dgm:cxn modelId="{8844D065-DCA2-47FF-882E-F8CF40D486E9}" srcId="{435817A4-6E6C-42B5-B292-8EDC8246EAA9}" destId="{CB20AFB8-5DF5-41C3-82FD-E3A8461C173B}" srcOrd="1" destOrd="0" parTransId="{EE569F51-E0DE-4386-8F6B-BD1EE0E27CFC}" sibTransId="{333FE0FA-36EF-4245-BBF3-D212368962A5}"/>
    <dgm:cxn modelId="{F335006F-2AFC-4DE2-BADB-D71008427710}" srcId="{435817A4-6E6C-42B5-B292-8EDC8246EAA9}" destId="{0AD8C86B-BE9A-48E1-9676-01385BB827FB}" srcOrd="4" destOrd="0" parTransId="{2C60CF1B-35C0-427E-AE4E-B07C2F697882}" sibTransId="{C433F9C7-E2C1-4984-8BF2-B942CE2F81EE}"/>
    <dgm:cxn modelId="{64A39753-A3E3-4795-BF80-57A7C742679F}" type="presOf" srcId="{30AD069D-CE91-454B-B994-3E8A1C45B558}" destId="{D0EF1C51-2FA1-42F3-A03C-188EE48C61C7}" srcOrd="0" destOrd="0" presId="urn:microsoft.com/office/officeart/2005/8/layout/cycle2"/>
    <dgm:cxn modelId="{3CE1F853-3CEF-4DED-95F0-C251D38B8611}" type="presOf" srcId="{B3F039B6-D558-4465-B24A-E75E903AE612}" destId="{1A7DBD47-710C-47EA-B0D4-3DB81069B9F1}" srcOrd="0" destOrd="0" presId="urn:microsoft.com/office/officeart/2005/8/layout/cycle2"/>
    <dgm:cxn modelId="{E41F2D8D-E05B-4A4B-9457-82683E7E86E9}" type="presOf" srcId="{837AC775-476C-4E0D-9784-075FA0117F70}" destId="{4DF87E12-982C-40BD-8535-8B36D487180B}" srcOrd="1" destOrd="0" presId="urn:microsoft.com/office/officeart/2005/8/layout/cycle2"/>
    <dgm:cxn modelId="{F46A3E9F-E017-47E9-B66E-735EE183DC0B}" type="presOf" srcId="{0AD8C86B-BE9A-48E1-9676-01385BB827FB}" destId="{85DCA6E4-F863-4A7A-999C-EBB45AD69CFF}" srcOrd="0" destOrd="0" presId="urn:microsoft.com/office/officeart/2005/8/layout/cycle2"/>
    <dgm:cxn modelId="{A9C7829F-B968-46B1-BB4D-6CC4C995C196}" srcId="{435817A4-6E6C-42B5-B292-8EDC8246EAA9}" destId="{B3F039B6-D558-4465-B24A-E75E903AE612}" srcOrd="0" destOrd="0" parTransId="{87424E65-C273-4E31-B183-7E8844EED9ED}" sibTransId="{837AC775-476C-4E0D-9784-075FA0117F70}"/>
    <dgm:cxn modelId="{7D4A33A7-140C-4862-A612-C1034842879F}" type="presOf" srcId="{C433F9C7-E2C1-4984-8BF2-B942CE2F81EE}" destId="{E54DC57D-2244-45BA-B2FA-01AEF7B6A91D}" srcOrd="1" destOrd="0" presId="urn:microsoft.com/office/officeart/2005/8/layout/cycle2"/>
    <dgm:cxn modelId="{5E483FAB-B2E4-4D05-83C8-BB1A0BC44313}" type="presOf" srcId="{5346BFC4-49EA-4593-9587-39DDDE92388D}" destId="{CEF9C272-59D4-498D-8C59-9B45661C63CD}" srcOrd="0" destOrd="0" presId="urn:microsoft.com/office/officeart/2005/8/layout/cycle2"/>
    <dgm:cxn modelId="{25099FAD-32AD-4191-932A-C828A6E026A2}" type="presOf" srcId="{435817A4-6E6C-42B5-B292-8EDC8246EAA9}" destId="{49C59486-FED6-4FD6-A018-CEE6EAFEA815}" srcOrd="0" destOrd="0" presId="urn:microsoft.com/office/officeart/2005/8/layout/cycle2"/>
    <dgm:cxn modelId="{AC7571B1-B3F3-4B96-BF54-322CF4E7FE2B}" type="presOf" srcId="{BBE668AC-9E35-4965-9466-D50F3965466A}" destId="{7D540E28-28EF-4C2C-81D2-3BB61021ACE0}" srcOrd="1" destOrd="0" presId="urn:microsoft.com/office/officeart/2005/8/layout/cycle2"/>
    <dgm:cxn modelId="{AD4711C5-D594-4EFA-A981-C500169469E7}" type="presOf" srcId="{BBE668AC-9E35-4965-9466-D50F3965466A}" destId="{F024A9BB-6E0D-4D8A-A277-F61FA349473B}" srcOrd="0" destOrd="0" presId="urn:microsoft.com/office/officeart/2005/8/layout/cycle2"/>
    <dgm:cxn modelId="{603C11CA-E95D-4133-B0A2-FD4FE1522C7C}" type="presOf" srcId="{837AC775-476C-4E0D-9784-075FA0117F70}" destId="{7597045D-286D-4717-9066-F4A1E15B68D8}" srcOrd="0" destOrd="0" presId="urn:microsoft.com/office/officeart/2005/8/layout/cycle2"/>
    <dgm:cxn modelId="{F27C53CC-B200-4F94-B591-0CE7C7C71E19}" type="presOf" srcId="{333FE0FA-36EF-4245-BBF3-D212368962A5}" destId="{DD32E743-11FF-481B-99C1-0DFBC566CD14}" srcOrd="0" destOrd="0" presId="urn:microsoft.com/office/officeart/2005/8/layout/cycle2"/>
    <dgm:cxn modelId="{9A8CAFE5-D222-4BF2-A4C7-DE5BDB1BF13B}" type="presOf" srcId="{C433F9C7-E2C1-4984-8BF2-B942CE2F81EE}" destId="{887EBFDB-FAF2-45E8-BFC9-1A6EE2139DCE}" srcOrd="0" destOrd="0" presId="urn:microsoft.com/office/officeart/2005/8/layout/cycle2"/>
    <dgm:cxn modelId="{E7398BED-BDCE-4ECF-B153-C6C565EF5061}" type="presOf" srcId="{EAFC1143-8A7A-4807-9A85-003D450FC0B9}" destId="{D942F053-82B4-4863-8CD1-F23E99635296}" srcOrd="0" destOrd="0" presId="urn:microsoft.com/office/officeart/2005/8/layout/cycle2"/>
    <dgm:cxn modelId="{E60B77F6-115A-488C-B4C5-9FB3897FF8C0}" type="presOf" srcId="{333FE0FA-36EF-4245-BBF3-D212368962A5}" destId="{116D5D21-C7CF-4C2A-8615-EF9205C49DCF}" srcOrd="1" destOrd="0" presId="urn:microsoft.com/office/officeart/2005/8/layout/cycle2"/>
    <dgm:cxn modelId="{9106A3F7-62C9-4BF4-B577-E83BF2F3A5EA}" type="presOf" srcId="{EAFC1143-8A7A-4807-9A85-003D450FC0B9}" destId="{066E8E11-6574-4BA1-96E9-90262F9E4049}" srcOrd="1" destOrd="0" presId="urn:microsoft.com/office/officeart/2005/8/layout/cycle2"/>
    <dgm:cxn modelId="{B844F9FF-6AB3-4D89-BD7A-47B616029FB2}" srcId="{435817A4-6E6C-42B5-B292-8EDC8246EAA9}" destId="{5346BFC4-49EA-4593-9587-39DDDE92388D}" srcOrd="3" destOrd="0" parTransId="{F047C6B6-3693-4364-A07C-D7A9399884E0}" sibTransId="{EAFC1143-8A7A-4807-9A85-003D450FC0B9}"/>
    <dgm:cxn modelId="{6A6719B3-0298-4F1D-AF86-632BADE34A43}" type="presParOf" srcId="{49C59486-FED6-4FD6-A018-CEE6EAFEA815}" destId="{1A7DBD47-710C-47EA-B0D4-3DB81069B9F1}" srcOrd="0" destOrd="0" presId="urn:microsoft.com/office/officeart/2005/8/layout/cycle2"/>
    <dgm:cxn modelId="{3B86910D-10B1-464B-B49D-180F7FFB96B7}" type="presParOf" srcId="{49C59486-FED6-4FD6-A018-CEE6EAFEA815}" destId="{7597045D-286D-4717-9066-F4A1E15B68D8}" srcOrd="1" destOrd="0" presId="urn:microsoft.com/office/officeart/2005/8/layout/cycle2"/>
    <dgm:cxn modelId="{62B8E3B2-F91C-4061-8591-88098701C390}" type="presParOf" srcId="{7597045D-286D-4717-9066-F4A1E15B68D8}" destId="{4DF87E12-982C-40BD-8535-8B36D487180B}" srcOrd="0" destOrd="0" presId="urn:microsoft.com/office/officeart/2005/8/layout/cycle2"/>
    <dgm:cxn modelId="{E459B16E-6E92-43E6-96EB-62A75F3FD8BB}" type="presParOf" srcId="{49C59486-FED6-4FD6-A018-CEE6EAFEA815}" destId="{B162DB9C-8B97-4B08-8F5F-E4B17C94AA40}" srcOrd="2" destOrd="0" presId="urn:microsoft.com/office/officeart/2005/8/layout/cycle2"/>
    <dgm:cxn modelId="{CE9BE491-406D-4AAA-AD72-F9DC7E3C8120}" type="presParOf" srcId="{49C59486-FED6-4FD6-A018-CEE6EAFEA815}" destId="{DD32E743-11FF-481B-99C1-0DFBC566CD14}" srcOrd="3" destOrd="0" presId="urn:microsoft.com/office/officeart/2005/8/layout/cycle2"/>
    <dgm:cxn modelId="{5CCD3F17-4CA3-458A-A231-55AC0E713B3F}" type="presParOf" srcId="{DD32E743-11FF-481B-99C1-0DFBC566CD14}" destId="{116D5D21-C7CF-4C2A-8615-EF9205C49DCF}" srcOrd="0" destOrd="0" presId="urn:microsoft.com/office/officeart/2005/8/layout/cycle2"/>
    <dgm:cxn modelId="{9A1DE6A5-2714-4A75-9236-90CB4070C9F8}" type="presParOf" srcId="{49C59486-FED6-4FD6-A018-CEE6EAFEA815}" destId="{D0EF1C51-2FA1-42F3-A03C-188EE48C61C7}" srcOrd="4" destOrd="0" presId="urn:microsoft.com/office/officeart/2005/8/layout/cycle2"/>
    <dgm:cxn modelId="{228F70E0-6A96-4278-804B-14389307FFC6}" type="presParOf" srcId="{49C59486-FED6-4FD6-A018-CEE6EAFEA815}" destId="{F024A9BB-6E0D-4D8A-A277-F61FA349473B}" srcOrd="5" destOrd="0" presId="urn:microsoft.com/office/officeart/2005/8/layout/cycle2"/>
    <dgm:cxn modelId="{3E846F09-733A-4480-9548-D70AD80BA1DB}" type="presParOf" srcId="{F024A9BB-6E0D-4D8A-A277-F61FA349473B}" destId="{7D540E28-28EF-4C2C-81D2-3BB61021ACE0}" srcOrd="0" destOrd="0" presId="urn:microsoft.com/office/officeart/2005/8/layout/cycle2"/>
    <dgm:cxn modelId="{38C2BC39-5516-405D-A886-CEBBC9238515}" type="presParOf" srcId="{49C59486-FED6-4FD6-A018-CEE6EAFEA815}" destId="{CEF9C272-59D4-498D-8C59-9B45661C63CD}" srcOrd="6" destOrd="0" presId="urn:microsoft.com/office/officeart/2005/8/layout/cycle2"/>
    <dgm:cxn modelId="{D40345B9-D2D5-4FCC-B4B4-DF86C6CC98AA}" type="presParOf" srcId="{49C59486-FED6-4FD6-A018-CEE6EAFEA815}" destId="{D942F053-82B4-4863-8CD1-F23E99635296}" srcOrd="7" destOrd="0" presId="urn:microsoft.com/office/officeart/2005/8/layout/cycle2"/>
    <dgm:cxn modelId="{B965FD5B-9D24-488B-88E6-87B0B833261A}" type="presParOf" srcId="{D942F053-82B4-4863-8CD1-F23E99635296}" destId="{066E8E11-6574-4BA1-96E9-90262F9E4049}" srcOrd="0" destOrd="0" presId="urn:microsoft.com/office/officeart/2005/8/layout/cycle2"/>
    <dgm:cxn modelId="{3B0BB728-D20B-4F38-84A9-A3EF75184204}" type="presParOf" srcId="{49C59486-FED6-4FD6-A018-CEE6EAFEA815}" destId="{85DCA6E4-F863-4A7A-999C-EBB45AD69CFF}" srcOrd="8" destOrd="0" presId="urn:microsoft.com/office/officeart/2005/8/layout/cycle2"/>
    <dgm:cxn modelId="{40220815-3F01-4A15-AAB8-D9AF9F0193A5}" type="presParOf" srcId="{49C59486-FED6-4FD6-A018-CEE6EAFEA815}" destId="{887EBFDB-FAF2-45E8-BFC9-1A6EE2139DCE}" srcOrd="9" destOrd="0" presId="urn:microsoft.com/office/officeart/2005/8/layout/cycle2"/>
    <dgm:cxn modelId="{6321312C-65D1-4FD1-9278-CBC6FD65327F}" type="presParOf" srcId="{887EBFDB-FAF2-45E8-BFC9-1A6EE2139DCE}" destId="{E54DC57D-2244-45BA-B2FA-01AEF7B6A91D}"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B83AF2A4-9EFB-46A6-811A-B4604EE1BAD8}" type="doc">
      <dgm:prSet loTypeId="urn:microsoft.com/office/officeart/2005/8/layout/default" loCatId="list" qsTypeId="urn:microsoft.com/office/officeart/2005/8/quickstyle/3d4" qsCatId="3D" csTypeId="urn:microsoft.com/office/officeart/2005/8/colors/accent1_2" csCatId="accent1" phldr="1"/>
      <dgm:spPr/>
      <dgm:t>
        <a:bodyPr/>
        <a:lstStyle/>
        <a:p>
          <a:endParaRPr lang="en-US"/>
        </a:p>
      </dgm:t>
    </dgm:pt>
    <dgm:pt modelId="{9B5BFF40-31DF-403F-A760-98217A315124}">
      <dgm:prSet phldrT="[Text]"/>
      <dgm:spPr>
        <a:solidFill>
          <a:schemeClr val="bg2">
            <a:lumMod val="50000"/>
          </a:schemeClr>
        </a:solidFill>
      </dgm:spPr>
      <dgm:t>
        <a:bodyPr/>
        <a:lstStyle/>
        <a:p>
          <a:pPr>
            <a:buFont typeface="Arial" panose="020B0604020202020204" pitchFamily="34" charset="0"/>
            <a:buChar char="•"/>
          </a:pPr>
          <a:r>
            <a:rPr lang="en-US" b="0" i="0" dirty="0"/>
            <a:t>AI-based energy management</a:t>
          </a:r>
          <a:endParaRPr lang="en-US" dirty="0"/>
        </a:p>
      </dgm:t>
    </dgm:pt>
    <dgm:pt modelId="{A8042DB4-27EC-49B3-8303-7F461259D8E8}" type="parTrans" cxnId="{6559FFD0-FB75-49DC-BAC6-B50EF9D4E66C}">
      <dgm:prSet/>
      <dgm:spPr/>
      <dgm:t>
        <a:bodyPr/>
        <a:lstStyle/>
        <a:p>
          <a:endParaRPr lang="en-US"/>
        </a:p>
      </dgm:t>
    </dgm:pt>
    <dgm:pt modelId="{60FD43B7-7D82-452E-B756-CD9D38A91BF9}" type="sibTrans" cxnId="{6559FFD0-FB75-49DC-BAC6-B50EF9D4E66C}">
      <dgm:prSet/>
      <dgm:spPr/>
      <dgm:t>
        <a:bodyPr/>
        <a:lstStyle/>
        <a:p>
          <a:endParaRPr lang="en-US"/>
        </a:p>
      </dgm:t>
    </dgm:pt>
    <dgm:pt modelId="{33BF8C85-D6A7-4811-8B32-D7540CA90E36}">
      <dgm:prSet phldrT="[Text]"/>
      <dgm:spPr>
        <a:solidFill>
          <a:schemeClr val="accent4">
            <a:lumMod val="60000"/>
            <a:lumOff val="40000"/>
          </a:schemeClr>
        </a:solidFill>
      </dgm:spPr>
      <dgm:t>
        <a:bodyPr/>
        <a:lstStyle/>
        <a:p>
          <a:pPr>
            <a:buFont typeface="Arial" panose="020B0604020202020204" pitchFamily="34" charset="0"/>
            <a:buChar char="•"/>
          </a:pPr>
          <a:r>
            <a:rPr lang="en-US" b="0" i="0" dirty="0"/>
            <a:t>Dynamic workload scheduling</a:t>
          </a:r>
        </a:p>
        <a:p>
          <a:pPr>
            <a:buFont typeface="Arial" panose="020B0604020202020204" pitchFamily="34" charset="0"/>
            <a:buChar char="•"/>
          </a:pPr>
          <a:endParaRPr lang="en-US" dirty="0"/>
        </a:p>
      </dgm:t>
    </dgm:pt>
    <dgm:pt modelId="{04C6C228-B7E2-4B4B-91C8-DE181D4E3DB2}" type="parTrans" cxnId="{EDA894A9-5DC0-4503-A35C-EF7A6560DE5B}">
      <dgm:prSet/>
      <dgm:spPr/>
      <dgm:t>
        <a:bodyPr/>
        <a:lstStyle/>
        <a:p>
          <a:endParaRPr lang="en-US"/>
        </a:p>
      </dgm:t>
    </dgm:pt>
    <dgm:pt modelId="{8393E2C5-0854-4491-90F1-2DBD4B428FFE}" type="sibTrans" cxnId="{EDA894A9-5DC0-4503-A35C-EF7A6560DE5B}">
      <dgm:prSet/>
      <dgm:spPr/>
      <dgm:t>
        <a:bodyPr/>
        <a:lstStyle/>
        <a:p>
          <a:endParaRPr lang="en-US"/>
        </a:p>
      </dgm:t>
    </dgm:pt>
    <dgm:pt modelId="{70046989-13C6-43CB-9C63-73B6886FA3BC}">
      <dgm:prSet phldrT="[Text]"/>
      <dgm:spPr>
        <a:solidFill>
          <a:schemeClr val="accent4">
            <a:lumMod val="75000"/>
          </a:schemeClr>
        </a:solidFill>
      </dgm:spPr>
      <dgm:t>
        <a:bodyPr/>
        <a:lstStyle/>
        <a:p>
          <a:pPr>
            <a:buFont typeface="Arial" panose="020B0604020202020204" pitchFamily="34" charset="0"/>
            <a:buChar char="•"/>
          </a:pPr>
          <a:r>
            <a:rPr lang="en-US" b="0" i="0" dirty="0"/>
            <a:t>Better cooling controls</a:t>
          </a:r>
        </a:p>
        <a:p>
          <a:pPr>
            <a:buFont typeface="Arial" panose="020B0604020202020204" pitchFamily="34" charset="0"/>
            <a:buChar char="•"/>
          </a:pPr>
          <a:endParaRPr lang="en-US" dirty="0"/>
        </a:p>
      </dgm:t>
    </dgm:pt>
    <dgm:pt modelId="{D4212D47-C665-4988-984B-85C803CD7301}" type="parTrans" cxnId="{BA77F122-9608-4D5F-9FFB-6743993A0B18}">
      <dgm:prSet/>
      <dgm:spPr/>
      <dgm:t>
        <a:bodyPr/>
        <a:lstStyle/>
        <a:p>
          <a:endParaRPr lang="en-US"/>
        </a:p>
      </dgm:t>
    </dgm:pt>
    <dgm:pt modelId="{2DA1140A-8F85-48CD-B28D-D6548B86ACA3}" type="sibTrans" cxnId="{BA77F122-9608-4D5F-9FFB-6743993A0B18}">
      <dgm:prSet/>
      <dgm:spPr/>
      <dgm:t>
        <a:bodyPr/>
        <a:lstStyle/>
        <a:p>
          <a:endParaRPr lang="en-US"/>
        </a:p>
      </dgm:t>
    </dgm:pt>
    <dgm:pt modelId="{72613A43-2B93-4526-A8E2-C1AEECE3FDE6}">
      <dgm:prSet phldrT="[Text]"/>
      <dgm:spPr>
        <a:solidFill>
          <a:schemeClr val="accent5">
            <a:lumMod val="75000"/>
          </a:schemeClr>
        </a:solidFill>
      </dgm:spPr>
      <dgm:t>
        <a:bodyPr/>
        <a:lstStyle/>
        <a:p>
          <a:pPr>
            <a:buFont typeface="Arial" panose="020B0604020202020204" pitchFamily="34" charset="0"/>
            <a:buChar char="•"/>
          </a:pPr>
          <a:r>
            <a:rPr lang="en-US" b="0" i="0" dirty="0"/>
            <a:t>Using waste heat where practical</a:t>
          </a:r>
          <a:endParaRPr lang="en-US" dirty="0"/>
        </a:p>
      </dgm:t>
    </dgm:pt>
    <dgm:pt modelId="{00A9812C-F498-484B-9FB2-6F3EC1557785}" type="parTrans" cxnId="{B51E69D9-7E7C-4990-8394-26C96F248106}">
      <dgm:prSet/>
      <dgm:spPr/>
      <dgm:t>
        <a:bodyPr/>
        <a:lstStyle/>
        <a:p>
          <a:endParaRPr lang="en-US"/>
        </a:p>
      </dgm:t>
    </dgm:pt>
    <dgm:pt modelId="{AE23D174-E407-47A8-92B7-0417EAF13059}" type="sibTrans" cxnId="{B51E69D9-7E7C-4990-8394-26C96F248106}">
      <dgm:prSet/>
      <dgm:spPr/>
      <dgm:t>
        <a:bodyPr/>
        <a:lstStyle/>
        <a:p>
          <a:endParaRPr lang="en-US"/>
        </a:p>
      </dgm:t>
    </dgm:pt>
    <dgm:pt modelId="{32B94B1A-CDD1-472D-893D-B5CBF1B923C3}">
      <dgm:prSet phldrT="[Text]"/>
      <dgm:spPr>
        <a:solidFill>
          <a:schemeClr val="tx2">
            <a:lumMod val="75000"/>
          </a:schemeClr>
        </a:solidFill>
      </dgm:spPr>
      <dgm:t>
        <a:bodyPr/>
        <a:lstStyle/>
        <a:p>
          <a:pPr>
            <a:buFont typeface="Arial" panose="020B0604020202020204" pitchFamily="34" charset="0"/>
            <a:buChar char="•"/>
          </a:pPr>
          <a:r>
            <a:rPr lang="en-US" b="0" i="0" dirty="0"/>
            <a:t>Server virtualization</a:t>
          </a:r>
          <a:endParaRPr lang="en-US" dirty="0"/>
        </a:p>
      </dgm:t>
    </dgm:pt>
    <dgm:pt modelId="{6F64E0F2-7B8D-408A-BB42-D82A9921C0EC}" type="parTrans" cxnId="{0546A2A0-4B61-45D1-A9C7-9E1459CB26CA}">
      <dgm:prSet/>
      <dgm:spPr/>
      <dgm:t>
        <a:bodyPr/>
        <a:lstStyle/>
        <a:p>
          <a:endParaRPr lang="en-US"/>
        </a:p>
      </dgm:t>
    </dgm:pt>
    <dgm:pt modelId="{9BC362D6-607D-46DC-9AA3-5306CDA3FCA4}" type="sibTrans" cxnId="{0546A2A0-4B61-45D1-A9C7-9E1459CB26CA}">
      <dgm:prSet/>
      <dgm:spPr/>
      <dgm:t>
        <a:bodyPr/>
        <a:lstStyle/>
        <a:p>
          <a:endParaRPr lang="en-US"/>
        </a:p>
      </dgm:t>
    </dgm:pt>
    <dgm:pt modelId="{0C3C1117-5B09-4B2D-83D0-73C78F6EB86C}">
      <dgm:prSet phldrT="[Text]"/>
      <dgm:spPr>
        <a:solidFill>
          <a:schemeClr val="tx2">
            <a:lumMod val="50000"/>
          </a:schemeClr>
        </a:solidFill>
      </dgm:spPr>
      <dgm:t>
        <a:bodyPr/>
        <a:lstStyle/>
        <a:p>
          <a:pPr>
            <a:buFont typeface="Arial" panose="020B0604020202020204" pitchFamily="34" charset="0"/>
            <a:buChar char="•"/>
          </a:pPr>
          <a:r>
            <a:rPr lang="en-US" b="0" i="0" dirty="0"/>
            <a:t>Efficient processors</a:t>
          </a:r>
          <a:endParaRPr lang="en-US" dirty="0"/>
        </a:p>
      </dgm:t>
    </dgm:pt>
    <dgm:pt modelId="{EBC01CD1-7CEA-45C7-A8BB-825D509C2752}" type="parTrans" cxnId="{4132235E-D436-40B9-BF6C-BD34727545A3}">
      <dgm:prSet/>
      <dgm:spPr/>
      <dgm:t>
        <a:bodyPr/>
        <a:lstStyle/>
        <a:p>
          <a:endParaRPr lang="en-US"/>
        </a:p>
      </dgm:t>
    </dgm:pt>
    <dgm:pt modelId="{1268B368-AB14-40CE-B60F-11AD3786E8BC}" type="sibTrans" cxnId="{4132235E-D436-40B9-BF6C-BD34727545A3}">
      <dgm:prSet/>
      <dgm:spPr/>
      <dgm:t>
        <a:bodyPr/>
        <a:lstStyle/>
        <a:p>
          <a:endParaRPr lang="en-US"/>
        </a:p>
      </dgm:t>
    </dgm:pt>
    <dgm:pt modelId="{9DAB6708-F1A4-463A-8B81-9DEB3A8BF31A}">
      <dgm:prSet phldrT="[Text]"/>
      <dgm:spPr>
        <a:solidFill>
          <a:schemeClr val="accent4">
            <a:lumMod val="50000"/>
          </a:schemeClr>
        </a:solidFill>
      </dgm:spPr>
      <dgm:t>
        <a:bodyPr/>
        <a:lstStyle/>
        <a:p>
          <a:pPr>
            <a:buFont typeface="Arial" panose="020B0604020202020204" pitchFamily="34" charset="0"/>
            <a:buChar char="•"/>
          </a:pPr>
          <a:r>
            <a:rPr lang="en-US" b="0" i="0" dirty="0"/>
            <a:t>Locating facilities where low-carbon electricity is available</a:t>
          </a:r>
          <a:endParaRPr lang="en-US" dirty="0"/>
        </a:p>
      </dgm:t>
    </dgm:pt>
    <dgm:pt modelId="{DDCC6795-BC3A-4E36-976A-2231A7A21F6A}" type="parTrans" cxnId="{05927EE7-533E-45C5-AD5C-2E47672E9A30}">
      <dgm:prSet/>
      <dgm:spPr/>
      <dgm:t>
        <a:bodyPr/>
        <a:lstStyle/>
        <a:p>
          <a:endParaRPr lang="en-US"/>
        </a:p>
      </dgm:t>
    </dgm:pt>
    <dgm:pt modelId="{6DFD766C-4D20-43F6-B75F-BECB30F27B4B}" type="sibTrans" cxnId="{05927EE7-533E-45C5-AD5C-2E47672E9A30}">
      <dgm:prSet/>
      <dgm:spPr/>
      <dgm:t>
        <a:bodyPr/>
        <a:lstStyle/>
        <a:p>
          <a:endParaRPr lang="en-US"/>
        </a:p>
      </dgm:t>
    </dgm:pt>
    <dgm:pt modelId="{C06642EE-71A6-469A-AC64-7007A758F381}" type="pres">
      <dgm:prSet presAssocID="{B83AF2A4-9EFB-46A6-811A-B4604EE1BAD8}" presName="diagram" presStyleCnt="0">
        <dgm:presLayoutVars>
          <dgm:dir/>
          <dgm:resizeHandles val="exact"/>
        </dgm:presLayoutVars>
      </dgm:prSet>
      <dgm:spPr/>
    </dgm:pt>
    <dgm:pt modelId="{74B764EA-5A58-4672-AC1E-94A6EEE7C948}" type="pres">
      <dgm:prSet presAssocID="{9B5BFF40-31DF-403F-A760-98217A315124}" presName="node" presStyleLbl="node1" presStyleIdx="0" presStyleCnt="7">
        <dgm:presLayoutVars>
          <dgm:bulletEnabled val="1"/>
        </dgm:presLayoutVars>
      </dgm:prSet>
      <dgm:spPr/>
    </dgm:pt>
    <dgm:pt modelId="{2AB22F44-85B7-4893-9529-75D4B091CB3C}" type="pres">
      <dgm:prSet presAssocID="{60FD43B7-7D82-452E-B756-CD9D38A91BF9}" presName="sibTrans" presStyleCnt="0"/>
      <dgm:spPr/>
    </dgm:pt>
    <dgm:pt modelId="{0AABD7FD-0E94-4010-B19C-6A89D5622EE7}" type="pres">
      <dgm:prSet presAssocID="{32B94B1A-CDD1-472D-893D-B5CBF1B923C3}" presName="node" presStyleLbl="node1" presStyleIdx="1" presStyleCnt="7">
        <dgm:presLayoutVars>
          <dgm:bulletEnabled val="1"/>
        </dgm:presLayoutVars>
      </dgm:prSet>
      <dgm:spPr/>
    </dgm:pt>
    <dgm:pt modelId="{59DEC8F4-B4B1-4310-9652-E0E628E6699F}" type="pres">
      <dgm:prSet presAssocID="{9BC362D6-607D-46DC-9AA3-5306CDA3FCA4}" presName="sibTrans" presStyleCnt="0"/>
      <dgm:spPr/>
    </dgm:pt>
    <dgm:pt modelId="{422227A9-72CA-4393-840E-3A8A08F50F8D}" type="pres">
      <dgm:prSet presAssocID="{0C3C1117-5B09-4B2D-83D0-73C78F6EB86C}" presName="node" presStyleLbl="node1" presStyleIdx="2" presStyleCnt="7">
        <dgm:presLayoutVars>
          <dgm:bulletEnabled val="1"/>
        </dgm:presLayoutVars>
      </dgm:prSet>
      <dgm:spPr/>
    </dgm:pt>
    <dgm:pt modelId="{8599CEAC-10BB-4243-B758-DB651AEF5C57}" type="pres">
      <dgm:prSet presAssocID="{1268B368-AB14-40CE-B60F-11AD3786E8BC}" presName="sibTrans" presStyleCnt="0"/>
      <dgm:spPr/>
    </dgm:pt>
    <dgm:pt modelId="{32DBEDD2-AA9A-4AEC-A6A0-EC92A1776BED}" type="pres">
      <dgm:prSet presAssocID="{33BF8C85-D6A7-4811-8B32-D7540CA90E36}" presName="node" presStyleLbl="node1" presStyleIdx="3" presStyleCnt="7">
        <dgm:presLayoutVars>
          <dgm:bulletEnabled val="1"/>
        </dgm:presLayoutVars>
      </dgm:prSet>
      <dgm:spPr/>
    </dgm:pt>
    <dgm:pt modelId="{A7AF8C66-35AF-4BDD-9293-A778010B83FA}" type="pres">
      <dgm:prSet presAssocID="{8393E2C5-0854-4491-90F1-2DBD4B428FFE}" presName="sibTrans" presStyleCnt="0"/>
      <dgm:spPr/>
    </dgm:pt>
    <dgm:pt modelId="{53E5C436-2402-4CBD-8D4C-65C0B865B306}" type="pres">
      <dgm:prSet presAssocID="{70046989-13C6-43CB-9C63-73B6886FA3BC}" presName="node" presStyleLbl="node1" presStyleIdx="4" presStyleCnt="7">
        <dgm:presLayoutVars>
          <dgm:bulletEnabled val="1"/>
        </dgm:presLayoutVars>
      </dgm:prSet>
      <dgm:spPr/>
    </dgm:pt>
    <dgm:pt modelId="{AF71C701-F53A-4EA5-9361-D9230A25A4DF}" type="pres">
      <dgm:prSet presAssocID="{2DA1140A-8F85-48CD-B28D-D6548B86ACA3}" presName="sibTrans" presStyleCnt="0"/>
      <dgm:spPr/>
    </dgm:pt>
    <dgm:pt modelId="{960A3FE5-EB03-4B98-B177-26B04C3587D2}" type="pres">
      <dgm:prSet presAssocID="{9DAB6708-F1A4-463A-8B81-9DEB3A8BF31A}" presName="node" presStyleLbl="node1" presStyleIdx="5" presStyleCnt="7">
        <dgm:presLayoutVars>
          <dgm:bulletEnabled val="1"/>
        </dgm:presLayoutVars>
      </dgm:prSet>
      <dgm:spPr/>
    </dgm:pt>
    <dgm:pt modelId="{2AFA47C7-8A4F-406A-BA69-AD5F0B37C9A4}" type="pres">
      <dgm:prSet presAssocID="{6DFD766C-4D20-43F6-B75F-BECB30F27B4B}" presName="sibTrans" presStyleCnt="0"/>
      <dgm:spPr/>
    </dgm:pt>
    <dgm:pt modelId="{4FAFA1B8-5E6D-4E1E-AF6E-DD84DB0FE03C}" type="pres">
      <dgm:prSet presAssocID="{72613A43-2B93-4526-A8E2-C1AEECE3FDE6}" presName="node" presStyleLbl="node1" presStyleIdx="6" presStyleCnt="7">
        <dgm:presLayoutVars>
          <dgm:bulletEnabled val="1"/>
        </dgm:presLayoutVars>
      </dgm:prSet>
      <dgm:spPr/>
    </dgm:pt>
  </dgm:ptLst>
  <dgm:cxnLst>
    <dgm:cxn modelId="{A97DEA14-158E-43F7-ACA4-3CC17F69CAB3}" type="presOf" srcId="{B83AF2A4-9EFB-46A6-811A-B4604EE1BAD8}" destId="{C06642EE-71A6-469A-AC64-7007A758F381}" srcOrd="0" destOrd="0" presId="urn:microsoft.com/office/officeart/2005/8/layout/default"/>
    <dgm:cxn modelId="{BA77F122-9608-4D5F-9FFB-6743993A0B18}" srcId="{B83AF2A4-9EFB-46A6-811A-B4604EE1BAD8}" destId="{70046989-13C6-43CB-9C63-73B6886FA3BC}" srcOrd="4" destOrd="0" parTransId="{D4212D47-C665-4988-984B-85C803CD7301}" sibTransId="{2DA1140A-8F85-48CD-B28D-D6548B86ACA3}"/>
    <dgm:cxn modelId="{4132235E-D436-40B9-BF6C-BD34727545A3}" srcId="{B83AF2A4-9EFB-46A6-811A-B4604EE1BAD8}" destId="{0C3C1117-5B09-4B2D-83D0-73C78F6EB86C}" srcOrd="2" destOrd="0" parTransId="{EBC01CD1-7CEA-45C7-A8BB-825D509C2752}" sibTransId="{1268B368-AB14-40CE-B60F-11AD3786E8BC}"/>
    <dgm:cxn modelId="{4030C145-0FDE-4DA3-872F-1F097A34966A}" type="presOf" srcId="{32B94B1A-CDD1-472D-893D-B5CBF1B923C3}" destId="{0AABD7FD-0E94-4010-B19C-6A89D5622EE7}" srcOrd="0" destOrd="0" presId="urn:microsoft.com/office/officeart/2005/8/layout/default"/>
    <dgm:cxn modelId="{F807C74D-A84C-4E29-8F6E-95156C7C0B08}" type="presOf" srcId="{9B5BFF40-31DF-403F-A760-98217A315124}" destId="{74B764EA-5A58-4672-AC1E-94A6EEE7C948}" srcOrd="0" destOrd="0" presId="urn:microsoft.com/office/officeart/2005/8/layout/default"/>
    <dgm:cxn modelId="{C985676E-7AF4-49E0-9C83-4C1F9AA7BA7C}" type="presOf" srcId="{33BF8C85-D6A7-4811-8B32-D7540CA90E36}" destId="{32DBEDD2-AA9A-4AEC-A6A0-EC92A1776BED}" srcOrd="0" destOrd="0" presId="urn:microsoft.com/office/officeart/2005/8/layout/default"/>
    <dgm:cxn modelId="{32C14359-851F-4292-9A3A-55D24B932141}" type="presOf" srcId="{70046989-13C6-43CB-9C63-73B6886FA3BC}" destId="{53E5C436-2402-4CBD-8D4C-65C0B865B306}" srcOrd="0" destOrd="0" presId="urn:microsoft.com/office/officeart/2005/8/layout/default"/>
    <dgm:cxn modelId="{0546A2A0-4B61-45D1-A9C7-9E1459CB26CA}" srcId="{B83AF2A4-9EFB-46A6-811A-B4604EE1BAD8}" destId="{32B94B1A-CDD1-472D-893D-B5CBF1B923C3}" srcOrd="1" destOrd="0" parTransId="{6F64E0F2-7B8D-408A-BB42-D82A9921C0EC}" sibTransId="{9BC362D6-607D-46DC-9AA3-5306CDA3FCA4}"/>
    <dgm:cxn modelId="{5BB20CA6-AEFA-4101-BE60-7CBAB212701E}" type="presOf" srcId="{0C3C1117-5B09-4B2D-83D0-73C78F6EB86C}" destId="{422227A9-72CA-4393-840E-3A8A08F50F8D}" srcOrd="0" destOrd="0" presId="urn:microsoft.com/office/officeart/2005/8/layout/default"/>
    <dgm:cxn modelId="{EDA894A9-5DC0-4503-A35C-EF7A6560DE5B}" srcId="{B83AF2A4-9EFB-46A6-811A-B4604EE1BAD8}" destId="{33BF8C85-D6A7-4811-8B32-D7540CA90E36}" srcOrd="3" destOrd="0" parTransId="{04C6C228-B7E2-4B4B-91C8-DE181D4E3DB2}" sibTransId="{8393E2C5-0854-4491-90F1-2DBD4B428FFE}"/>
    <dgm:cxn modelId="{A3F638B2-5659-4D53-ABF7-F742B8DAE5CB}" type="presOf" srcId="{9DAB6708-F1A4-463A-8B81-9DEB3A8BF31A}" destId="{960A3FE5-EB03-4B98-B177-26B04C3587D2}" srcOrd="0" destOrd="0" presId="urn:microsoft.com/office/officeart/2005/8/layout/default"/>
    <dgm:cxn modelId="{6559FFD0-FB75-49DC-BAC6-B50EF9D4E66C}" srcId="{B83AF2A4-9EFB-46A6-811A-B4604EE1BAD8}" destId="{9B5BFF40-31DF-403F-A760-98217A315124}" srcOrd="0" destOrd="0" parTransId="{A8042DB4-27EC-49B3-8303-7F461259D8E8}" sibTransId="{60FD43B7-7D82-452E-B756-CD9D38A91BF9}"/>
    <dgm:cxn modelId="{B51E69D9-7E7C-4990-8394-26C96F248106}" srcId="{B83AF2A4-9EFB-46A6-811A-B4604EE1BAD8}" destId="{72613A43-2B93-4526-A8E2-C1AEECE3FDE6}" srcOrd="6" destOrd="0" parTransId="{00A9812C-F498-484B-9FB2-6F3EC1557785}" sibTransId="{AE23D174-E407-47A8-92B7-0417EAF13059}"/>
    <dgm:cxn modelId="{B8CF01DD-DA43-4A9F-AF01-4E3067B60A1C}" type="presOf" srcId="{72613A43-2B93-4526-A8E2-C1AEECE3FDE6}" destId="{4FAFA1B8-5E6D-4E1E-AF6E-DD84DB0FE03C}" srcOrd="0" destOrd="0" presId="urn:microsoft.com/office/officeart/2005/8/layout/default"/>
    <dgm:cxn modelId="{05927EE7-533E-45C5-AD5C-2E47672E9A30}" srcId="{B83AF2A4-9EFB-46A6-811A-B4604EE1BAD8}" destId="{9DAB6708-F1A4-463A-8B81-9DEB3A8BF31A}" srcOrd="5" destOrd="0" parTransId="{DDCC6795-BC3A-4E36-976A-2231A7A21F6A}" sibTransId="{6DFD766C-4D20-43F6-B75F-BECB30F27B4B}"/>
    <dgm:cxn modelId="{473F73A5-9182-4DF9-AFD5-0E0925F7125F}" type="presParOf" srcId="{C06642EE-71A6-469A-AC64-7007A758F381}" destId="{74B764EA-5A58-4672-AC1E-94A6EEE7C948}" srcOrd="0" destOrd="0" presId="urn:microsoft.com/office/officeart/2005/8/layout/default"/>
    <dgm:cxn modelId="{74C42BAC-6BB3-462C-B21F-D6E235F9949C}" type="presParOf" srcId="{C06642EE-71A6-469A-AC64-7007A758F381}" destId="{2AB22F44-85B7-4893-9529-75D4B091CB3C}" srcOrd="1" destOrd="0" presId="urn:microsoft.com/office/officeart/2005/8/layout/default"/>
    <dgm:cxn modelId="{0D0F43C7-72BE-43E4-B27A-1717F677DB1A}" type="presParOf" srcId="{C06642EE-71A6-469A-AC64-7007A758F381}" destId="{0AABD7FD-0E94-4010-B19C-6A89D5622EE7}" srcOrd="2" destOrd="0" presId="urn:microsoft.com/office/officeart/2005/8/layout/default"/>
    <dgm:cxn modelId="{BEAF3776-EEB2-44D1-A80E-F714F139A227}" type="presParOf" srcId="{C06642EE-71A6-469A-AC64-7007A758F381}" destId="{59DEC8F4-B4B1-4310-9652-E0E628E6699F}" srcOrd="3" destOrd="0" presId="urn:microsoft.com/office/officeart/2005/8/layout/default"/>
    <dgm:cxn modelId="{235798F2-EE74-433D-80E2-3154E7FBA426}" type="presParOf" srcId="{C06642EE-71A6-469A-AC64-7007A758F381}" destId="{422227A9-72CA-4393-840E-3A8A08F50F8D}" srcOrd="4" destOrd="0" presId="urn:microsoft.com/office/officeart/2005/8/layout/default"/>
    <dgm:cxn modelId="{15EA3C5D-AD70-4892-A1DD-17A5BA3D44D9}" type="presParOf" srcId="{C06642EE-71A6-469A-AC64-7007A758F381}" destId="{8599CEAC-10BB-4243-B758-DB651AEF5C57}" srcOrd="5" destOrd="0" presId="urn:microsoft.com/office/officeart/2005/8/layout/default"/>
    <dgm:cxn modelId="{D049640B-8CF7-4BD8-A0DA-B07F36C2B7C4}" type="presParOf" srcId="{C06642EE-71A6-469A-AC64-7007A758F381}" destId="{32DBEDD2-AA9A-4AEC-A6A0-EC92A1776BED}" srcOrd="6" destOrd="0" presId="urn:microsoft.com/office/officeart/2005/8/layout/default"/>
    <dgm:cxn modelId="{4EBA8F7A-F49C-45B2-8894-DC19AB1C18B5}" type="presParOf" srcId="{C06642EE-71A6-469A-AC64-7007A758F381}" destId="{A7AF8C66-35AF-4BDD-9293-A778010B83FA}" srcOrd="7" destOrd="0" presId="urn:microsoft.com/office/officeart/2005/8/layout/default"/>
    <dgm:cxn modelId="{88680B3A-24B6-46EF-A0CF-928CAC72300B}" type="presParOf" srcId="{C06642EE-71A6-469A-AC64-7007A758F381}" destId="{53E5C436-2402-4CBD-8D4C-65C0B865B306}" srcOrd="8" destOrd="0" presId="urn:microsoft.com/office/officeart/2005/8/layout/default"/>
    <dgm:cxn modelId="{EAECC54E-33F3-48AC-B60D-C99D9039541A}" type="presParOf" srcId="{C06642EE-71A6-469A-AC64-7007A758F381}" destId="{AF71C701-F53A-4EA5-9361-D9230A25A4DF}" srcOrd="9" destOrd="0" presId="urn:microsoft.com/office/officeart/2005/8/layout/default"/>
    <dgm:cxn modelId="{783DD99D-3DDB-4C73-96B7-9A2970C7C1E3}" type="presParOf" srcId="{C06642EE-71A6-469A-AC64-7007A758F381}" destId="{960A3FE5-EB03-4B98-B177-26B04C3587D2}" srcOrd="10" destOrd="0" presId="urn:microsoft.com/office/officeart/2005/8/layout/default"/>
    <dgm:cxn modelId="{6A037B9B-31CC-4E60-BF7A-5F8F2F0FCE94}" type="presParOf" srcId="{C06642EE-71A6-469A-AC64-7007A758F381}" destId="{2AFA47C7-8A4F-406A-BA69-AD5F0B37C9A4}" srcOrd="11" destOrd="0" presId="urn:microsoft.com/office/officeart/2005/8/layout/default"/>
    <dgm:cxn modelId="{D79977A5-301D-4753-A02D-04E77A414322}" type="presParOf" srcId="{C06642EE-71A6-469A-AC64-7007A758F381}" destId="{4FAFA1B8-5E6D-4E1E-AF6E-DD84DB0FE03C}" srcOrd="1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2125C2F-7309-46D0-8D26-A573FC18FB78}" type="doc">
      <dgm:prSet loTypeId="urn:diagrams.loki3.com/BracketList" loCatId="list" qsTypeId="urn:microsoft.com/office/officeart/2005/8/quickstyle/simple3" qsCatId="simple" csTypeId="urn:microsoft.com/office/officeart/2005/8/colors/accent1_2" csCatId="accent1" phldr="1"/>
      <dgm:spPr/>
      <dgm:t>
        <a:bodyPr/>
        <a:lstStyle/>
        <a:p>
          <a:endParaRPr lang="en-US"/>
        </a:p>
      </dgm:t>
    </dgm:pt>
    <dgm:pt modelId="{ED0B63C1-D927-45CC-BF29-11DBDECD31C9}">
      <dgm:prSet phldrT="[Text]"/>
      <dgm:spPr>
        <a:solidFill>
          <a:schemeClr val="accent4">
            <a:lumMod val="40000"/>
            <a:lumOff val="60000"/>
          </a:schemeClr>
        </a:solidFill>
        <a:effectLst>
          <a:outerShdw blurRad="50800" dist="38100" dir="5400000" algn="t" rotWithShape="0">
            <a:prstClr val="black">
              <a:alpha val="40000"/>
            </a:prstClr>
          </a:outerShdw>
        </a:effectLst>
      </dgm:spPr>
      <dgm:t>
        <a:bodyPr/>
        <a:lstStyle/>
        <a:p>
          <a:pPr>
            <a:buNone/>
          </a:pPr>
          <a:r>
            <a:rPr lang="en-US" b="1" i="0" dirty="0"/>
            <a:t>Companies</a:t>
          </a:r>
          <a:endParaRPr lang="en-US" dirty="0"/>
        </a:p>
      </dgm:t>
    </dgm:pt>
    <dgm:pt modelId="{DB1C1446-9DFA-4AB6-BC27-1D4530C88989}" type="parTrans" cxnId="{7C44F562-A262-447B-8240-829F8F20D055}">
      <dgm:prSet/>
      <dgm:spPr/>
      <dgm:t>
        <a:bodyPr/>
        <a:lstStyle/>
        <a:p>
          <a:endParaRPr lang="en-US"/>
        </a:p>
      </dgm:t>
    </dgm:pt>
    <dgm:pt modelId="{CA781F9C-AF50-4CED-90B5-BC28DE56FFF6}" type="sibTrans" cxnId="{7C44F562-A262-447B-8240-829F8F20D055}">
      <dgm:prSet/>
      <dgm:spPr/>
      <dgm:t>
        <a:bodyPr/>
        <a:lstStyle/>
        <a:p>
          <a:endParaRPr lang="en-US"/>
        </a:p>
      </dgm:t>
    </dgm:pt>
    <dgm:pt modelId="{1AB8194E-35B5-43C2-8049-4AED9D0FC063}">
      <dgm:prSet phldrT="[Text]" custT="1"/>
      <dgm:spPr>
        <a:solidFill>
          <a:schemeClr val="accent4">
            <a:lumMod val="40000"/>
            <a:lumOff val="60000"/>
          </a:schemeClr>
        </a:solidFill>
        <a:ln>
          <a:solidFill>
            <a:schemeClr val="bg2">
              <a:lumMod val="50000"/>
            </a:schemeClr>
          </a:solidFill>
        </a:ln>
        <a:effectLst>
          <a:outerShdw blurRad="50800" dist="38100" dir="5400000" algn="t" rotWithShape="0">
            <a:prstClr val="black">
              <a:alpha val="40000"/>
            </a:prstClr>
          </a:outerShdw>
        </a:effectLst>
      </dgm:spPr>
      <dgm:t>
        <a:bodyPr/>
        <a:lstStyle/>
        <a:p>
          <a:pPr>
            <a:buFont typeface="Arial" panose="020B0604020202020204" pitchFamily="34" charset="0"/>
            <a:buChar char="•"/>
          </a:pPr>
          <a:r>
            <a:rPr lang="en-US" sz="1800" b="0" i="0" dirty="0"/>
            <a:t>Set renewable-energy and emissions targets.</a:t>
          </a:r>
          <a:endParaRPr lang="en-US" sz="1800" dirty="0"/>
        </a:p>
      </dgm:t>
    </dgm:pt>
    <dgm:pt modelId="{6A00F76E-5112-4C2C-86ED-FF8E52C5094C}" type="parTrans" cxnId="{2A3AB23B-5B9D-4FFA-AF88-B42A77FD89EA}">
      <dgm:prSet/>
      <dgm:spPr/>
      <dgm:t>
        <a:bodyPr/>
        <a:lstStyle/>
        <a:p>
          <a:endParaRPr lang="en-US"/>
        </a:p>
      </dgm:t>
    </dgm:pt>
    <dgm:pt modelId="{DA53F7E6-1B73-44BE-ABF9-16F19072F010}" type="sibTrans" cxnId="{2A3AB23B-5B9D-4FFA-AF88-B42A77FD89EA}">
      <dgm:prSet/>
      <dgm:spPr/>
      <dgm:t>
        <a:bodyPr/>
        <a:lstStyle/>
        <a:p>
          <a:endParaRPr lang="en-US"/>
        </a:p>
      </dgm:t>
    </dgm:pt>
    <dgm:pt modelId="{8FBA45B6-2E36-4A7A-BECE-818F336B2BEA}">
      <dgm:prSet phldrT="[Text]"/>
      <dgm:spPr>
        <a:solidFill>
          <a:schemeClr val="accent4">
            <a:lumMod val="40000"/>
            <a:lumOff val="60000"/>
          </a:schemeClr>
        </a:solidFill>
        <a:effectLst>
          <a:outerShdw blurRad="50800" dist="38100" dir="5400000" algn="t" rotWithShape="0">
            <a:prstClr val="black">
              <a:alpha val="40000"/>
            </a:prstClr>
          </a:outerShdw>
        </a:effectLst>
      </dgm:spPr>
      <dgm:t>
        <a:bodyPr/>
        <a:lstStyle/>
        <a:p>
          <a:pPr>
            <a:buNone/>
          </a:pPr>
          <a:r>
            <a:rPr lang="en-US" b="1" i="0" dirty="0"/>
            <a:t>Governments</a:t>
          </a:r>
          <a:endParaRPr lang="en-US" dirty="0"/>
        </a:p>
      </dgm:t>
    </dgm:pt>
    <dgm:pt modelId="{7B128FEF-9A94-42C1-A7CC-390745C43F2B}" type="parTrans" cxnId="{5B83614D-53DF-4BEF-92AF-967252D53D8D}">
      <dgm:prSet/>
      <dgm:spPr/>
      <dgm:t>
        <a:bodyPr/>
        <a:lstStyle/>
        <a:p>
          <a:endParaRPr lang="en-US"/>
        </a:p>
      </dgm:t>
    </dgm:pt>
    <dgm:pt modelId="{FF88A416-BFF2-4FDB-8541-3147C8B28983}" type="sibTrans" cxnId="{5B83614D-53DF-4BEF-92AF-967252D53D8D}">
      <dgm:prSet/>
      <dgm:spPr/>
      <dgm:t>
        <a:bodyPr/>
        <a:lstStyle/>
        <a:p>
          <a:endParaRPr lang="en-US"/>
        </a:p>
      </dgm:t>
    </dgm:pt>
    <dgm:pt modelId="{495278DB-21AE-4ABA-BE26-60D22FC85E74}">
      <dgm:prSet phldrT="[Text]" custT="1"/>
      <dgm:spPr>
        <a:solidFill>
          <a:schemeClr val="accent4">
            <a:lumMod val="40000"/>
            <a:lumOff val="60000"/>
          </a:schemeClr>
        </a:solidFill>
        <a:effectLst>
          <a:outerShdw blurRad="50800" dist="38100" dir="5400000" algn="t" rotWithShape="0">
            <a:prstClr val="black">
              <a:alpha val="40000"/>
            </a:prstClr>
          </a:outerShdw>
        </a:effectLst>
      </dgm:spPr>
      <dgm:t>
        <a:bodyPr/>
        <a:lstStyle/>
        <a:p>
          <a:pPr>
            <a:buFont typeface="Arial" panose="020B0604020202020204" pitchFamily="34" charset="0"/>
            <a:buChar char="•"/>
          </a:pPr>
          <a:r>
            <a:rPr lang="en-US" sz="1800" b="0" i="0" dirty="0"/>
            <a:t>Encourage clean-energy development.</a:t>
          </a:r>
          <a:endParaRPr lang="en-US" sz="1800" dirty="0"/>
        </a:p>
      </dgm:t>
    </dgm:pt>
    <dgm:pt modelId="{6D8763AF-A4A3-44E9-B27C-A2EC00BEE836}" type="parTrans" cxnId="{3DD48408-91AD-4AAC-8BDF-D9D51370CAFB}">
      <dgm:prSet/>
      <dgm:spPr/>
      <dgm:t>
        <a:bodyPr/>
        <a:lstStyle/>
        <a:p>
          <a:endParaRPr lang="en-US"/>
        </a:p>
      </dgm:t>
    </dgm:pt>
    <dgm:pt modelId="{DC0688D0-566C-466A-913D-765C9A79DE2A}" type="sibTrans" cxnId="{3DD48408-91AD-4AAC-8BDF-D9D51370CAFB}">
      <dgm:prSet/>
      <dgm:spPr/>
      <dgm:t>
        <a:bodyPr/>
        <a:lstStyle/>
        <a:p>
          <a:endParaRPr lang="en-US"/>
        </a:p>
      </dgm:t>
    </dgm:pt>
    <dgm:pt modelId="{4E582C5F-EC4E-4508-96FC-05902E28EAD9}">
      <dgm:prSet phldrT="[Text]" custT="1"/>
      <dgm:spPr>
        <a:solidFill>
          <a:schemeClr val="accent4">
            <a:lumMod val="40000"/>
            <a:lumOff val="60000"/>
          </a:schemeClr>
        </a:solidFill>
        <a:ln>
          <a:solidFill>
            <a:schemeClr val="bg2">
              <a:lumMod val="50000"/>
            </a:schemeClr>
          </a:solidFill>
        </a:ln>
        <a:effectLst>
          <a:outerShdw blurRad="50800" dist="38100" dir="5400000" algn="t" rotWithShape="0">
            <a:prstClr val="black">
              <a:alpha val="40000"/>
            </a:prstClr>
          </a:outerShdw>
        </a:effectLst>
      </dgm:spPr>
      <dgm:t>
        <a:bodyPr/>
        <a:lstStyle/>
        <a:p>
          <a:pPr>
            <a:buFont typeface="Arial" panose="020B0604020202020204" pitchFamily="34" charset="0"/>
            <a:buChar char="•"/>
          </a:pPr>
          <a:r>
            <a:rPr lang="en-US" sz="1800" b="0" i="0" dirty="0"/>
            <a:t>Extend equipment lifetimes where possible.</a:t>
          </a:r>
          <a:endParaRPr lang="en-US" sz="1800" dirty="0"/>
        </a:p>
      </dgm:t>
    </dgm:pt>
    <dgm:pt modelId="{7DE1FE1A-F7FF-4638-8859-6ABAFC5FD0FF}" type="parTrans" cxnId="{E827F172-C666-4962-A929-8C3971385DDF}">
      <dgm:prSet/>
      <dgm:spPr/>
      <dgm:t>
        <a:bodyPr/>
        <a:lstStyle/>
        <a:p>
          <a:endParaRPr lang="en-US"/>
        </a:p>
      </dgm:t>
    </dgm:pt>
    <dgm:pt modelId="{2A38C85E-9C83-4545-95A4-779FDD80DDFD}" type="sibTrans" cxnId="{E827F172-C666-4962-A929-8C3971385DDF}">
      <dgm:prSet/>
      <dgm:spPr/>
      <dgm:t>
        <a:bodyPr/>
        <a:lstStyle/>
        <a:p>
          <a:endParaRPr lang="en-US"/>
        </a:p>
      </dgm:t>
    </dgm:pt>
    <dgm:pt modelId="{625CE071-89D8-41A3-81F0-8D17F23DEABE}">
      <dgm:prSet phldrT="[Text]" custT="1"/>
      <dgm:spPr>
        <a:solidFill>
          <a:schemeClr val="accent4">
            <a:lumMod val="40000"/>
            <a:lumOff val="60000"/>
          </a:schemeClr>
        </a:solidFill>
        <a:ln>
          <a:solidFill>
            <a:schemeClr val="bg2">
              <a:lumMod val="50000"/>
            </a:schemeClr>
          </a:solidFill>
        </a:ln>
        <a:effectLst>
          <a:outerShdw blurRad="50800" dist="38100" dir="5400000" algn="t" rotWithShape="0">
            <a:prstClr val="black">
              <a:alpha val="40000"/>
            </a:prstClr>
          </a:outerShdw>
        </a:effectLst>
      </dgm:spPr>
      <dgm:t>
        <a:bodyPr/>
        <a:lstStyle/>
        <a:p>
          <a:pPr>
            <a:buFont typeface="Arial" panose="020B0604020202020204" pitchFamily="34" charset="0"/>
            <a:buChar char="•"/>
          </a:pPr>
          <a:r>
            <a:rPr lang="en-US" sz="1800" b="0" i="0" dirty="0"/>
            <a:t>Design facilities for energy and water efficiency.</a:t>
          </a:r>
          <a:endParaRPr lang="en-US" sz="1800" dirty="0"/>
        </a:p>
      </dgm:t>
    </dgm:pt>
    <dgm:pt modelId="{06A165FC-C13F-4530-A7B5-44DDAF7BDC1B}" type="parTrans" cxnId="{A8E57BC0-05C3-4424-B156-A3CA9C6EFDB6}">
      <dgm:prSet/>
      <dgm:spPr/>
      <dgm:t>
        <a:bodyPr/>
        <a:lstStyle/>
        <a:p>
          <a:endParaRPr lang="en-US"/>
        </a:p>
      </dgm:t>
    </dgm:pt>
    <dgm:pt modelId="{029586C7-117B-4AEE-8568-0119A3D6798E}" type="sibTrans" cxnId="{A8E57BC0-05C3-4424-B156-A3CA9C6EFDB6}">
      <dgm:prSet/>
      <dgm:spPr/>
      <dgm:t>
        <a:bodyPr/>
        <a:lstStyle/>
        <a:p>
          <a:endParaRPr lang="en-US"/>
        </a:p>
      </dgm:t>
    </dgm:pt>
    <dgm:pt modelId="{E1FAE523-651B-4327-B0AA-89864BE3DB9A}">
      <dgm:prSet custT="1"/>
      <dgm:spPr>
        <a:solidFill>
          <a:schemeClr val="accent4">
            <a:lumMod val="40000"/>
            <a:lumOff val="60000"/>
          </a:schemeClr>
        </a:solidFill>
        <a:effectLst>
          <a:outerShdw blurRad="50800" dist="38100" dir="5400000" algn="t" rotWithShape="0">
            <a:prstClr val="black">
              <a:alpha val="40000"/>
            </a:prstClr>
          </a:outerShdw>
        </a:effectLst>
      </dgm:spPr>
      <dgm:t>
        <a:bodyPr/>
        <a:lstStyle/>
        <a:p>
          <a:pPr>
            <a:buFont typeface="Arial" panose="020B0604020202020204" pitchFamily="34" charset="0"/>
            <a:buChar char="•"/>
          </a:pPr>
          <a:r>
            <a:rPr lang="en-US" sz="1800" b="0" i="0" dirty="0"/>
            <a:t>Improve electricity-grid infrastructure.</a:t>
          </a:r>
          <a:endParaRPr lang="en-US" sz="1800" dirty="0"/>
        </a:p>
      </dgm:t>
    </dgm:pt>
    <dgm:pt modelId="{864F7989-2774-43AA-A273-D634BF4F5C4E}" type="parTrans" cxnId="{10EB2839-2AE2-4AB4-B648-8C11E4243A31}">
      <dgm:prSet/>
      <dgm:spPr/>
      <dgm:t>
        <a:bodyPr/>
        <a:lstStyle/>
        <a:p>
          <a:endParaRPr lang="en-US"/>
        </a:p>
      </dgm:t>
    </dgm:pt>
    <dgm:pt modelId="{2FEC086D-C351-40D0-B9BF-EE7A35BED1F6}" type="sibTrans" cxnId="{10EB2839-2AE2-4AB4-B648-8C11E4243A31}">
      <dgm:prSet/>
      <dgm:spPr/>
      <dgm:t>
        <a:bodyPr/>
        <a:lstStyle/>
        <a:p>
          <a:endParaRPr lang="en-US"/>
        </a:p>
      </dgm:t>
    </dgm:pt>
    <dgm:pt modelId="{639283E7-A4E6-4B8A-98A6-46D98B48F894}">
      <dgm:prSet custT="1"/>
      <dgm:spPr>
        <a:solidFill>
          <a:schemeClr val="accent4">
            <a:lumMod val="40000"/>
            <a:lumOff val="60000"/>
          </a:schemeClr>
        </a:solidFill>
        <a:effectLst>
          <a:outerShdw blurRad="50800" dist="38100" dir="5400000" algn="t" rotWithShape="0">
            <a:prstClr val="black">
              <a:alpha val="40000"/>
            </a:prstClr>
          </a:outerShdw>
        </a:effectLst>
      </dgm:spPr>
      <dgm:t>
        <a:bodyPr/>
        <a:lstStyle/>
        <a:p>
          <a:pPr>
            <a:buFont typeface="Arial" panose="020B0604020202020204" pitchFamily="34" charset="0"/>
            <a:buChar char="•"/>
          </a:pPr>
          <a:r>
            <a:rPr lang="en-US" sz="1800" b="0" i="0" dirty="0"/>
            <a:t>Establish efficiency and water-use standards.</a:t>
          </a:r>
          <a:endParaRPr lang="en-US" sz="1800" dirty="0"/>
        </a:p>
      </dgm:t>
    </dgm:pt>
    <dgm:pt modelId="{F4C7D846-DEA8-4F79-8163-723139C14881}" type="parTrans" cxnId="{494EC627-D7D9-4A6B-A300-68CB8541DCD2}">
      <dgm:prSet/>
      <dgm:spPr/>
      <dgm:t>
        <a:bodyPr/>
        <a:lstStyle/>
        <a:p>
          <a:endParaRPr lang="en-US"/>
        </a:p>
      </dgm:t>
    </dgm:pt>
    <dgm:pt modelId="{AC79F886-8212-4B81-A9E6-9F2530A7E459}" type="sibTrans" cxnId="{494EC627-D7D9-4A6B-A300-68CB8541DCD2}">
      <dgm:prSet/>
      <dgm:spPr/>
      <dgm:t>
        <a:bodyPr/>
        <a:lstStyle/>
        <a:p>
          <a:endParaRPr lang="en-US"/>
        </a:p>
      </dgm:t>
    </dgm:pt>
    <dgm:pt modelId="{30051E3E-2FF8-4201-A4FF-391F9263198A}">
      <dgm:prSet phldrT="[Text]" custT="1"/>
      <dgm:spPr>
        <a:solidFill>
          <a:schemeClr val="accent4">
            <a:lumMod val="40000"/>
            <a:lumOff val="60000"/>
          </a:schemeClr>
        </a:solidFill>
        <a:ln>
          <a:solidFill>
            <a:schemeClr val="bg2">
              <a:lumMod val="50000"/>
            </a:schemeClr>
          </a:solidFill>
        </a:ln>
        <a:effectLst>
          <a:outerShdw blurRad="50800" dist="38100" dir="5400000" algn="t" rotWithShape="0">
            <a:prstClr val="black">
              <a:alpha val="40000"/>
            </a:prstClr>
          </a:outerShdw>
        </a:effectLst>
      </dgm:spPr>
      <dgm:t>
        <a:bodyPr/>
        <a:lstStyle/>
        <a:p>
          <a:pPr>
            <a:buFont typeface="Arial" panose="020B0604020202020204" pitchFamily="34" charset="0"/>
            <a:buChar char="•"/>
          </a:pPr>
          <a:r>
            <a:rPr lang="en-US" sz="1800" b="0" i="0" dirty="0"/>
            <a:t>Improve hardware utilization.</a:t>
          </a:r>
          <a:endParaRPr lang="en-US" sz="1800" dirty="0"/>
        </a:p>
      </dgm:t>
    </dgm:pt>
    <dgm:pt modelId="{A974BC44-475E-477F-BF43-832F3054CA9B}" type="parTrans" cxnId="{1C157DAC-98BA-416C-A063-6641E96D38D6}">
      <dgm:prSet/>
      <dgm:spPr/>
      <dgm:t>
        <a:bodyPr/>
        <a:lstStyle/>
        <a:p>
          <a:endParaRPr lang="en-US"/>
        </a:p>
      </dgm:t>
    </dgm:pt>
    <dgm:pt modelId="{829518AB-3A85-49D9-A27F-E2760277875D}" type="sibTrans" cxnId="{1C157DAC-98BA-416C-A063-6641E96D38D6}">
      <dgm:prSet/>
      <dgm:spPr/>
      <dgm:t>
        <a:bodyPr/>
        <a:lstStyle/>
        <a:p>
          <a:endParaRPr lang="en-US"/>
        </a:p>
      </dgm:t>
    </dgm:pt>
    <dgm:pt modelId="{247129E2-C066-477C-8A63-3DFF29CF438D}" type="pres">
      <dgm:prSet presAssocID="{42125C2F-7309-46D0-8D26-A573FC18FB78}" presName="Name0" presStyleCnt="0">
        <dgm:presLayoutVars>
          <dgm:dir/>
          <dgm:animLvl val="lvl"/>
          <dgm:resizeHandles val="exact"/>
        </dgm:presLayoutVars>
      </dgm:prSet>
      <dgm:spPr/>
    </dgm:pt>
    <dgm:pt modelId="{BA2C8C8B-7946-4C38-99E8-00C0EA8A2B59}" type="pres">
      <dgm:prSet presAssocID="{ED0B63C1-D927-45CC-BF29-11DBDECD31C9}" presName="linNode" presStyleCnt="0"/>
      <dgm:spPr/>
    </dgm:pt>
    <dgm:pt modelId="{A1130085-1FE9-4FE6-8E44-A8403B9BBD02}" type="pres">
      <dgm:prSet presAssocID="{ED0B63C1-D927-45CC-BF29-11DBDECD31C9}" presName="parTx" presStyleLbl="revTx" presStyleIdx="0" presStyleCnt="2" custLinFactY="-1370" custLinFactNeighborX="-2136" custLinFactNeighborY="-100000">
        <dgm:presLayoutVars>
          <dgm:chMax val="1"/>
          <dgm:bulletEnabled val="1"/>
        </dgm:presLayoutVars>
      </dgm:prSet>
      <dgm:spPr/>
    </dgm:pt>
    <dgm:pt modelId="{7E0C03EB-CF1B-49D7-AD2D-9E06B3137E75}" type="pres">
      <dgm:prSet presAssocID="{ED0B63C1-D927-45CC-BF29-11DBDECD31C9}" presName="bracket" presStyleLbl="parChTrans1D1" presStyleIdx="0" presStyleCnt="2" custScaleY="67340" custLinFactNeighborX="41698" custLinFactNeighborY="-25672"/>
      <dgm:spPr>
        <a:solidFill>
          <a:schemeClr val="accent4">
            <a:lumMod val="40000"/>
            <a:lumOff val="60000"/>
          </a:schemeClr>
        </a:solidFill>
        <a:effectLst>
          <a:outerShdw blurRad="50800" dist="38100" dir="5400000" algn="t" rotWithShape="0">
            <a:prstClr val="black">
              <a:alpha val="40000"/>
            </a:prstClr>
          </a:outerShdw>
        </a:effectLst>
      </dgm:spPr>
    </dgm:pt>
    <dgm:pt modelId="{27DCE29F-EAED-48A0-BBEC-225B1CA7360F}" type="pres">
      <dgm:prSet presAssocID="{ED0B63C1-D927-45CC-BF29-11DBDECD31C9}" presName="spH" presStyleCnt="0"/>
      <dgm:spPr/>
    </dgm:pt>
    <dgm:pt modelId="{E4988A52-B539-4A80-B72E-137C7DCF687B}" type="pres">
      <dgm:prSet presAssocID="{ED0B63C1-D927-45CC-BF29-11DBDECD31C9}" presName="desTx" presStyleLbl="node1" presStyleIdx="0" presStyleCnt="2" custScaleX="101203" custScaleY="131323" custLinFactX="2624" custLinFactNeighborX="100000" custLinFactNeighborY="-29702">
        <dgm:presLayoutVars>
          <dgm:bulletEnabled val="1"/>
        </dgm:presLayoutVars>
      </dgm:prSet>
      <dgm:spPr/>
    </dgm:pt>
    <dgm:pt modelId="{D64E868B-4CA6-4933-A177-51F5868BCE87}" type="pres">
      <dgm:prSet presAssocID="{CA781F9C-AF50-4CED-90B5-BC28DE56FFF6}" presName="spV" presStyleCnt="0"/>
      <dgm:spPr/>
    </dgm:pt>
    <dgm:pt modelId="{7D8CD69F-2930-4533-96DA-794AB03E1A73}" type="pres">
      <dgm:prSet presAssocID="{8FBA45B6-2E36-4A7A-BECE-818F336B2BEA}" presName="linNode" presStyleCnt="0"/>
      <dgm:spPr/>
    </dgm:pt>
    <dgm:pt modelId="{F3AC94D8-CECC-4134-92DA-351A3D7C40E5}" type="pres">
      <dgm:prSet presAssocID="{8FBA45B6-2E36-4A7A-BECE-818F336B2BEA}" presName="parTx" presStyleLbl="revTx" presStyleIdx="1" presStyleCnt="2" custLinFactNeighborX="5409" custLinFactNeighborY="48870">
        <dgm:presLayoutVars>
          <dgm:chMax val="1"/>
          <dgm:bulletEnabled val="1"/>
        </dgm:presLayoutVars>
      </dgm:prSet>
      <dgm:spPr/>
    </dgm:pt>
    <dgm:pt modelId="{CB4A38FB-2738-4D7A-B47A-904C010FED74}" type="pres">
      <dgm:prSet presAssocID="{8FBA45B6-2E36-4A7A-BECE-818F336B2BEA}" presName="bracket" presStyleLbl="parChTrans1D1" presStyleIdx="1" presStyleCnt="2" custLinFactNeighborX="13522" custLinFactNeighborY="20049"/>
      <dgm:spPr>
        <a:solidFill>
          <a:schemeClr val="accent4">
            <a:lumMod val="40000"/>
            <a:lumOff val="60000"/>
          </a:schemeClr>
        </a:solidFill>
        <a:effectLst>
          <a:outerShdw blurRad="50800" dist="38100" dir="5400000" algn="t" rotWithShape="0">
            <a:prstClr val="black">
              <a:alpha val="40000"/>
            </a:prstClr>
          </a:outerShdw>
        </a:effectLst>
      </dgm:spPr>
    </dgm:pt>
    <dgm:pt modelId="{CC801B1B-CE8D-450F-9F7F-9E0A41F96FD4}" type="pres">
      <dgm:prSet presAssocID="{8FBA45B6-2E36-4A7A-BECE-818F336B2BEA}" presName="spH" presStyleCnt="0"/>
      <dgm:spPr/>
    </dgm:pt>
    <dgm:pt modelId="{78860425-6B10-4812-9836-2CDF99F0676B}" type="pres">
      <dgm:prSet presAssocID="{8FBA45B6-2E36-4A7A-BECE-818F336B2BEA}" presName="desTx" presStyleLbl="node1" presStyleIdx="1" presStyleCnt="2" custScaleX="103556" custScaleY="188360" custLinFactNeighborX="687" custLinFactNeighborY="31368">
        <dgm:presLayoutVars>
          <dgm:bulletEnabled val="1"/>
        </dgm:presLayoutVars>
      </dgm:prSet>
      <dgm:spPr/>
    </dgm:pt>
  </dgm:ptLst>
  <dgm:cxnLst>
    <dgm:cxn modelId="{3DD48408-91AD-4AAC-8BDF-D9D51370CAFB}" srcId="{8FBA45B6-2E36-4A7A-BECE-818F336B2BEA}" destId="{495278DB-21AE-4ABA-BE26-60D22FC85E74}" srcOrd="0" destOrd="0" parTransId="{6D8763AF-A4A3-44E9-B27C-A2EC00BEE836}" sibTransId="{DC0688D0-566C-466A-913D-765C9A79DE2A}"/>
    <dgm:cxn modelId="{43045B21-CC6E-441A-BF22-0D7C4E9C9419}" type="presOf" srcId="{625CE071-89D8-41A3-81F0-8D17F23DEABE}" destId="{E4988A52-B539-4A80-B72E-137C7DCF687B}" srcOrd="0" destOrd="2" presId="urn:diagrams.loki3.com/BracketList"/>
    <dgm:cxn modelId="{494EC627-D7D9-4A6B-A300-68CB8541DCD2}" srcId="{8FBA45B6-2E36-4A7A-BECE-818F336B2BEA}" destId="{639283E7-A4E6-4B8A-98A6-46D98B48F894}" srcOrd="2" destOrd="0" parTransId="{F4C7D846-DEA8-4F79-8163-723139C14881}" sibTransId="{AC79F886-8212-4B81-A9E6-9F2530A7E459}"/>
    <dgm:cxn modelId="{10EB2839-2AE2-4AB4-B648-8C11E4243A31}" srcId="{8FBA45B6-2E36-4A7A-BECE-818F336B2BEA}" destId="{E1FAE523-651B-4327-B0AA-89864BE3DB9A}" srcOrd="1" destOrd="0" parTransId="{864F7989-2774-43AA-A273-D634BF4F5C4E}" sibTransId="{2FEC086D-C351-40D0-B9BF-EE7A35BED1F6}"/>
    <dgm:cxn modelId="{2A3AB23B-5B9D-4FFA-AF88-B42A77FD89EA}" srcId="{ED0B63C1-D927-45CC-BF29-11DBDECD31C9}" destId="{1AB8194E-35B5-43C2-8049-4AED9D0FC063}" srcOrd="0" destOrd="0" parTransId="{6A00F76E-5112-4C2C-86ED-FF8E52C5094C}" sibTransId="{DA53F7E6-1B73-44BE-ABF9-16F19072F010}"/>
    <dgm:cxn modelId="{DBBEB13C-6CAF-498B-9B77-5891C2AE63F3}" type="presOf" srcId="{639283E7-A4E6-4B8A-98A6-46D98B48F894}" destId="{78860425-6B10-4812-9836-2CDF99F0676B}" srcOrd="0" destOrd="2" presId="urn:diagrams.loki3.com/BracketList"/>
    <dgm:cxn modelId="{C8D4B95F-6136-4C1D-A26D-F5B02879859D}" type="presOf" srcId="{30051E3E-2FF8-4201-A4FF-391F9263198A}" destId="{E4988A52-B539-4A80-B72E-137C7DCF687B}" srcOrd="0" destOrd="3" presId="urn:diagrams.loki3.com/BracketList"/>
    <dgm:cxn modelId="{7C44F562-A262-447B-8240-829F8F20D055}" srcId="{42125C2F-7309-46D0-8D26-A573FC18FB78}" destId="{ED0B63C1-D927-45CC-BF29-11DBDECD31C9}" srcOrd="0" destOrd="0" parTransId="{DB1C1446-9DFA-4AB6-BC27-1D4530C88989}" sibTransId="{CA781F9C-AF50-4CED-90B5-BC28DE56FFF6}"/>
    <dgm:cxn modelId="{5DA96366-6EFA-4526-BCCB-CBA8B59CAF42}" type="presOf" srcId="{4E582C5F-EC4E-4508-96FC-05902E28EAD9}" destId="{E4988A52-B539-4A80-B72E-137C7DCF687B}" srcOrd="0" destOrd="1" presId="urn:diagrams.loki3.com/BracketList"/>
    <dgm:cxn modelId="{5B83614D-53DF-4BEF-92AF-967252D53D8D}" srcId="{42125C2F-7309-46D0-8D26-A573FC18FB78}" destId="{8FBA45B6-2E36-4A7A-BECE-818F336B2BEA}" srcOrd="1" destOrd="0" parTransId="{7B128FEF-9A94-42C1-A7CC-390745C43F2B}" sibTransId="{FF88A416-BFF2-4FDB-8541-3147C8B28983}"/>
    <dgm:cxn modelId="{43B27E71-CBED-4B5F-AE20-5F4C562F1D97}" type="presOf" srcId="{495278DB-21AE-4ABA-BE26-60D22FC85E74}" destId="{78860425-6B10-4812-9836-2CDF99F0676B}" srcOrd="0" destOrd="0" presId="urn:diagrams.loki3.com/BracketList"/>
    <dgm:cxn modelId="{E827F172-C666-4962-A929-8C3971385DDF}" srcId="{ED0B63C1-D927-45CC-BF29-11DBDECD31C9}" destId="{4E582C5F-EC4E-4508-96FC-05902E28EAD9}" srcOrd="1" destOrd="0" parTransId="{7DE1FE1A-F7FF-4638-8859-6ABAFC5FD0FF}" sibTransId="{2A38C85E-9C83-4545-95A4-779FDD80DDFD}"/>
    <dgm:cxn modelId="{5D640A74-B23F-4224-A98F-9B6309AA7427}" type="presOf" srcId="{ED0B63C1-D927-45CC-BF29-11DBDECD31C9}" destId="{A1130085-1FE9-4FE6-8E44-A8403B9BBD02}" srcOrd="0" destOrd="0" presId="urn:diagrams.loki3.com/BracketList"/>
    <dgm:cxn modelId="{3DC6D676-E35E-43ED-BF9A-8237E2CDA3AF}" type="presOf" srcId="{1AB8194E-35B5-43C2-8049-4AED9D0FC063}" destId="{E4988A52-B539-4A80-B72E-137C7DCF687B}" srcOrd="0" destOrd="0" presId="urn:diagrams.loki3.com/BracketList"/>
    <dgm:cxn modelId="{18BD7C8E-0D92-4AAE-88A8-3480E8D88A66}" type="presOf" srcId="{E1FAE523-651B-4327-B0AA-89864BE3DB9A}" destId="{78860425-6B10-4812-9836-2CDF99F0676B}" srcOrd="0" destOrd="1" presId="urn:diagrams.loki3.com/BracketList"/>
    <dgm:cxn modelId="{F571729F-18BA-428E-8D1B-4B4792E84ED7}" type="presOf" srcId="{8FBA45B6-2E36-4A7A-BECE-818F336B2BEA}" destId="{F3AC94D8-CECC-4134-92DA-351A3D7C40E5}" srcOrd="0" destOrd="0" presId="urn:diagrams.loki3.com/BracketList"/>
    <dgm:cxn modelId="{1C157DAC-98BA-416C-A063-6641E96D38D6}" srcId="{ED0B63C1-D927-45CC-BF29-11DBDECD31C9}" destId="{30051E3E-2FF8-4201-A4FF-391F9263198A}" srcOrd="3" destOrd="0" parTransId="{A974BC44-475E-477F-BF43-832F3054CA9B}" sibTransId="{829518AB-3A85-49D9-A27F-E2760277875D}"/>
    <dgm:cxn modelId="{A8E57BC0-05C3-4424-B156-A3CA9C6EFDB6}" srcId="{ED0B63C1-D927-45CC-BF29-11DBDECD31C9}" destId="{625CE071-89D8-41A3-81F0-8D17F23DEABE}" srcOrd="2" destOrd="0" parTransId="{06A165FC-C13F-4530-A7B5-44DDAF7BDC1B}" sibTransId="{029586C7-117B-4AEE-8568-0119A3D6798E}"/>
    <dgm:cxn modelId="{12927DC4-E559-4605-8C59-30AB05C03543}" type="presOf" srcId="{42125C2F-7309-46D0-8D26-A573FC18FB78}" destId="{247129E2-C066-477C-8A63-3DFF29CF438D}" srcOrd="0" destOrd="0" presId="urn:diagrams.loki3.com/BracketList"/>
    <dgm:cxn modelId="{1DE6D1A9-65B6-402A-8CAC-AAD44B4EC001}" type="presParOf" srcId="{247129E2-C066-477C-8A63-3DFF29CF438D}" destId="{BA2C8C8B-7946-4C38-99E8-00C0EA8A2B59}" srcOrd="0" destOrd="0" presId="urn:diagrams.loki3.com/BracketList"/>
    <dgm:cxn modelId="{BCAB5538-6DB6-4CDB-9FCE-9406B9651F50}" type="presParOf" srcId="{BA2C8C8B-7946-4C38-99E8-00C0EA8A2B59}" destId="{A1130085-1FE9-4FE6-8E44-A8403B9BBD02}" srcOrd="0" destOrd="0" presId="urn:diagrams.loki3.com/BracketList"/>
    <dgm:cxn modelId="{90861D1A-8158-4D23-B4DD-1B498EBCAB06}" type="presParOf" srcId="{BA2C8C8B-7946-4C38-99E8-00C0EA8A2B59}" destId="{7E0C03EB-CF1B-49D7-AD2D-9E06B3137E75}" srcOrd="1" destOrd="0" presId="urn:diagrams.loki3.com/BracketList"/>
    <dgm:cxn modelId="{DA66D734-E04C-4E14-A122-9C850BD33365}" type="presParOf" srcId="{BA2C8C8B-7946-4C38-99E8-00C0EA8A2B59}" destId="{27DCE29F-EAED-48A0-BBEC-225B1CA7360F}" srcOrd="2" destOrd="0" presId="urn:diagrams.loki3.com/BracketList"/>
    <dgm:cxn modelId="{5535CE48-706A-4FEF-80D7-4319D7F9ECE6}" type="presParOf" srcId="{BA2C8C8B-7946-4C38-99E8-00C0EA8A2B59}" destId="{E4988A52-B539-4A80-B72E-137C7DCF687B}" srcOrd="3" destOrd="0" presId="urn:diagrams.loki3.com/BracketList"/>
    <dgm:cxn modelId="{204C9E4D-B7DD-4AAB-9672-563B9B9AE428}" type="presParOf" srcId="{247129E2-C066-477C-8A63-3DFF29CF438D}" destId="{D64E868B-4CA6-4933-A177-51F5868BCE87}" srcOrd="1" destOrd="0" presId="urn:diagrams.loki3.com/BracketList"/>
    <dgm:cxn modelId="{712442C5-4CFF-46B2-8A6B-8D12C03F3A98}" type="presParOf" srcId="{247129E2-C066-477C-8A63-3DFF29CF438D}" destId="{7D8CD69F-2930-4533-96DA-794AB03E1A73}" srcOrd="2" destOrd="0" presId="urn:diagrams.loki3.com/BracketList"/>
    <dgm:cxn modelId="{E246C4DB-1B1F-4497-B865-5AABB5BEE5DE}" type="presParOf" srcId="{7D8CD69F-2930-4533-96DA-794AB03E1A73}" destId="{F3AC94D8-CECC-4134-92DA-351A3D7C40E5}" srcOrd="0" destOrd="0" presId="urn:diagrams.loki3.com/BracketList"/>
    <dgm:cxn modelId="{DB34A0FD-8B80-4917-84C3-A7408B7CF3FC}" type="presParOf" srcId="{7D8CD69F-2930-4533-96DA-794AB03E1A73}" destId="{CB4A38FB-2738-4D7A-B47A-904C010FED74}" srcOrd="1" destOrd="0" presId="urn:diagrams.loki3.com/BracketList"/>
    <dgm:cxn modelId="{D50A4E97-781E-423A-AB36-45A48CF185E1}" type="presParOf" srcId="{7D8CD69F-2930-4533-96DA-794AB03E1A73}" destId="{CC801B1B-CE8D-450F-9F7F-9E0A41F96FD4}" srcOrd="2" destOrd="0" presId="urn:diagrams.loki3.com/BracketList"/>
    <dgm:cxn modelId="{4840919E-E3F5-4507-974F-468843292C40}" type="presParOf" srcId="{7D8CD69F-2930-4533-96DA-794AB03E1A73}" destId="{78860425-6B10-4812-9836-2CDF99F0676B}" srcOrd="3" destOrd="0" presId="urn:diagrams.loki3.com/Bracke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7DBD47-710C-47EA-B0D4-3DB81069B9F1}">
      <dsp:nvSpPr>
        <dsp:cNvPr id="0" name=""/>
        <dsp:cNvSpPr/>
      </dsp:nvSpPr>
      <dsp:spPr>
        <a:xfrm>
          <a:off x="2556599" y="486"/>
          <a:ext cx="1669075" cy="1669075"/>
        </a:xfrm>
        <a:prstGeom prst="ellipse">
          <a:avLst/>
        </a:prstGeom>
        <a:solidFill>
          <a:srgbClr val="FF0000"/>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User</a:t>
          </a:r>
        </a:p>
      </dsp:txBody>
      <dsp:txXfrm>
        <a:off x="2801029" y="244916"/>
        <a:ext cx="1180215" cy="1180215"/>
      </dsp:txXfrm>
    </dsp:sp>
    <dsp:sp modelId="{7597045D-286D-4717-9066-F4A1E15B68D8}">
      <dsp:nvSpPr>
        <dsp:cNvPr id="0" name=""/>
        <dsp:cNvSpPr/>
      </dsp:nvSpPr>
      <dsp:spPr>
        <a:xfrm rot="2160000">
          <a:off x="4173088" y="1282918"/>
          <a:ext cx="444379" cy="563312"/>
        </a:xfrm>
        <a:prstGeom prst="rightArrow">
          <a:avLst>
            <a:gd name="adj1" fmla="val 60000"/>
            <a:gd name="adj2" fmla="val 50000"/>
          </a:avLst>
        </a:prstGeom>
        <a:solidFill>
          <a:schemeClr val="accent1">
            <a:tint val="60000"/>
            <a:hueOff val="0"/>
            <a:satOff val="0"/>
            <a:lumOff val="0"/>
            <a:alphaOff val="0"/>
          </a:schemeClr>
        </a:solidFill>
        <a:ln>
          <a:noFill/>
        </a:ln>
        <a:effectLst/>
        <a:sp3d z="-110000">
          <a:bevelT w="40600" h="20600" prst="relaxedInset"/>
        </a:sp3d>
      </dsp:spPr>
      <dsp:style>
        <a:lnRef idx="0">
          <a:scrgbClr r="0" g="0" b="0"/>
        </a:lnRef>
        <a:fillRef idx="1">
          <a:scrgbClr r="0" g="0" b="0"/>
        </a:fillRef>
        <a:effectRef idx="2">
          <a:scrgbClr r="0" g="0" b="0"/>
        </a:effectRef>
        <a:fontRef idx="minor"/>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185818" y="1356400"/>
        <a:ext cx="311065" cy="337988"/>
      </dsp:txXfrm>
    </dsp:sp>
    <dsp:sp modelId="{B162DB9C-8B97-4B08-8F5F-E4B17C94AA40}">
      <dsp:nvSpPr>
        <dsp:cNvPr id="0" name=""/>
        <dsp:cNvSpPr/>
      </dsp:nvSpPr>
      <dsp:spPr>
        <a:xfrm>
          <a:off x="4585230" y="1474373"/>
          <a:ext cx="1669075" cy="1669075"/>
        </a:xfrm>
        <a:prstGeom prst="ellipse">
          <a:avLst/>
        </a:prstGeom>
        <a:solidFill>
          <a:srgbClr val="FFFF00"/>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Internet</a:t>
          </a:r>
        </a:p>
      </dsp:txBody>
      <dsp:txXfrm>
        <a:off x="4829660" y="1718803"/>
        <a:ext cx="1180215" cy="1180215"/>
      </dsp:txXfrm>
    </dsp:sp>
    <dsp:sp modelId="{DD32E743-11FF-481B-99C1-0DFBC566CD14}">
      <dsp:nvSpPr>
        <dsp:cNvPr id="0" name=""/>
        <dsp:cNvSpPr/>
      </dsp:nvSpPr>
      <dsp:spPr>
        <a:xfrm rot="6480000">
          <a:off x="4814031" y="3207692"/>
          <a:ext cx="444379" cy="563312"/>
        </a:xfrm>
        <a:prstGeom prst="rightArrow">
          <a:avLst>
            <a:gd name="adj1" fmla="val 60000"/>
            <a:gd name="adj2" fmla="val 50000"/>
          </a:avLst>
        </a:prstGeom>
        <a:solidFill>
          <a:schemeClr val="accent1">
            <a:tint val="60000"/>
            <a:hueOff val="0"/>
            <a:satOff val="0"/>
            <a:lumOff val="0"/>
            <a:alphaOff val="0"/>
          </a:schemeClr>
        </a:solidFill>
        <a:ln>
          <a:noFill/>
        </a:ln>
        <a:effectLst/>
        <a:sp3d z="-110000">
          <a:bevelT w="40600" h="20600" prst="relaxedInset"/>
        </a:sp3d>
      </dsp:spPr>
      <dsp:style>
        <a:lnRef idx="0">
          <a:scrgbClr r="0" g="0" b="0"/>
        </a:lnRef>
        <a:fillRef idx="1">
          <a:scrgbClr r="0" g="0" b="0"/>
        </a:fillRef>
        <a:effectRef idx="2">
          <a:scrgbClr r="0" g="0" b="0"/>
        </a:effectRef>
        <a:fontRef idx="minor"/>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901286" y="3256959"/>
        <a:ext cx="311065" cy="337988"/>
      </dsp:txXfrm>
    </dsp:sp>
    <dsp:sp modelId="{D0EF1C51-2FA1-42F3-A03C-188EE48C61C7}">
      <dsp:nvSpPr>
        <dsp:cNvPr id="0" name=""/>
        <dsp:cNvSpPr/>
      </dsp:nvSpPr>
      <dsp:spPr>
        <a:xfrm>
          <a:off x="3810362" y="3859172"/>
          <a:ext cx="1669075" cy="1669075"/>
        </a:xfrm>
        <a:prstGeom prst="ellipse">
          <a:avLst/>
        </a:prstGeom>
        <a:solidFill>
          <a:srgbClr val="00B0F0"/>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Data Center</a:t>
          </a:r>
        </a:p>
      </dsp:txBody>
      <dsp:txXfrm>
        <a:off x="4054792" y="4103602"/>
        <a:ext cx="1180215" cy="1180215"/>
      </dsp:txXfrm>
    </dsp:sp>
    <dsp:sp modelId="{F024A9BB-6E0D-4D8A-A277-F61FA349473B}">
      <dsp:nvSpPr>
        <dsp:cNvPr id="0" name=""/>
        <dsp:cNvSpPr/>
      </dsp:nvSpPr>
      <dsp:spPr>
        <a:xfrm rot="10800000">
          <a:off x="3181524" y="4412053"/>
          <a:ext cx="444379" cy="563312"/>
        </a:xfrm>
        <a:prstGeom prst="rightArrow">
          <a:avLst>
            <a:gd name="adj1" fmla="val 60000"/>
            <a:gd name="adj2" fmla="val 50000"/>
          </a:avLst>
        </a:prstGeom>
        <a:solidFill>
          <a:schemeClr val="accent1">
            <a:tint val="60000"/>
            <a:hueOff val="0"/>
            <a:satOff val="0"/>
            <a:lumOff val="0"/>
            <a:alphaOff val="0"/>
          </a:schemeClr>
        </a:solidFill>
        <a:ln>
          <a:noFill/>
        </a:ln>
        <a:effectLst/>
        <a:sp3d z="-110000">
          <a:bevelT w="40600" h="20600" prst="relaxedInset"/>
        </a:sp3d>
      </dsp:spPr>
      <dsp:style>
        <a:lnRef idx="0">
          <a:scrgbClr r="0" g="0" b="0"/>
        </a:lnRef>
        <a:fillRef idx="1">
          <a:scrgbClr r="0" g="0" b="0"/>
        </a:fillRef>
        <a:effectRef idx="2">
          <a:scrgbClr r="0" g="0" b="0"/>
        </a:effectRef>
        <a:fontRef idx="minor"/>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314838" y="4524715"/>
        <a:ext cx="311065" cy="337988"/>
      </dsp:txXfrm>
    </dsp:sp>
    <dsp:sp modelId="{CEF9C272-59D4-498D-8C59-9B45661C63CD}">
      <dsp:nvSpPr>
        <dsp:cNvPr id="0" name=""/>
        <dsp:cNvSpPr/>
      </dsp:nvSpPr>
      <dsp:spPr>
        <a:xfrm>
          <a:off x="1302836" y="3859172"/>
          <a:ext cx="1669075" cy="1669075"/>
        </a:xfrm>
        <a:prstGeom prst="ellipse">
          <a:avLst/>
        </a:prstGeom>
        <a:solidFill>
          <a:srgbClr val="00B050"/>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Servers</a:t>
          </a:r>
        </a:p>
      </dsp:txBody>
      <dsp:txXfrm>
        <a:off x="1547266" y="4103602"/>
        <a:ext cx="1180215" cy="1180215"/>
      </dsp:txXfrm>
    </dsp:sp>
    <dsp:sp modelId="{D942F053-82B4-4863-8CD1-F23E99635296}">
      <dsp:nvSpPr>
        <dsp:cNvPr id="0" name=""/>
        <dsp:cNvSpPr/>
      </dsp:nvSpPr>
      <dsp:spPr>
        <a:xfrm rot="15120000">
          <a:off x="1531636" y="3231615"/>
          <a:ext cx="444379" cy="563312"/>
        </a:xfrm>
        <a:prstGeom prst="rightArrow">
          <a:avLst>
            <a:gd name="adj1" fmla="val 60000"/>
            <a:gd name="adj2" fmla="val 50000"/>
          </a:avLst>
        </a:prstGeom>
        <a:solidFill>
          <a:schemeClr val="accent1">
            <a:tint val="60000"/>
            <a:hueOff val="0"/>
            <a:satOff val="0"/>
            <a:lumOff val="0"/>
            <a:alphaOff val="0"/>
          </a:schemeClr>
        </a:solidFill>
        <a:ln>
          <a:noFill/>
        </a:ln>
        <a:effectLst/>
        <a:sp3d z="-110000">
          <a:bevelT w="40600" h="20600" prst="relaxedInset"/>
        </a:sp3d>
      </dsp:spPr>
      <dsp:style>
        <a:lnRef idx="0">
          <a:scrgbClr r="0" g="0" b="0"/>
        </a:lnRef>
        <a:fillRef idx="1">
          <a:scrgbClr r="0" g="0" b="0"/>
        </a:fillRef>
        <a:effectRef idx="2">
          <a:scrgbClr r="0" g="0" b="0"/>
        </a:effectRef>
        <a:fontRef idx="minor"/>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1618891" y="3407672"/>
        <a:ext cx="311065" cy="337988"/>
      </dsp:txXfrm>
    </dsp:sp>
    <dsp:sp modelId="{85DCA6E4-F863-4A7A-999C-EBB45AD69CFF}">
      <dsp:nvSpPr>
        <dsp:cNvPr id="0" name=""/>
        <dsp:cNvSpPr/>
      </dsp:nvSpPr>
      <dsp:spPr>
        <a:xfrm>
          <a:off x="527967" y="1474373"/>
          <a:ext cx="1669075" cy="1669075"/>
        </a:xfrm>
        <a:prstGeom prst="ellipse">
          <a:avLst/>
        </a:prstGeom>
        <a:solidFill>
          <a:schemeClr val="accent5">
            <a:lumMod val="7500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Data / Services</a:t>
          </a:r>
        </a:p>
      </dsp:txBody>
      <dsp:txXfrm>
        <a:off x="772397" y="1718803"/>
        <a:ext cx="1180215" cy="1180215"/>
      </dsp:txXfrm>
    </dsp:sp>
    <dsp:sp modelId="{887EBFDB-FAF2-45E8-BFC9-1A6EE2139DCE}">
      <dsp:nvSpPr>
        <dsp:cNvPr id="0" name=""/>
        <dsp:cNvSpPr/>
      </dsp:nvSpPr>
      <dsp:spPr>
        <a:xfrm rot="19440000">
          <a:off x="2144456" y="1297703"/>
          <a:ext cx="444379" cy="563312"/>
        </a:xfrm>
        <a:prstGeom prst="rightArrow">
          <a:avLst>
            <a:gd name="adj1" fmla="val 60000"/>
            <a:gd name="adj2" fmla="val 50000"/>
          </a:avLst>
        </a:prstGeom>
        <a:solidFill>
          <a:schemeClr val="accent1">
            <a:tint val="60000"/>
            <a:hueOff val="0"/>
            <a:satOff val="0"/>
            <a:lumOff val="0"/>
            <a:alphaOff val="0"/>
          </a:schemeClr>
        </a:solidFill>
        <a:ln>
          <a:noFill/>
        </a:ln>
        <a:effectLst/>
        <a:sp3d z="-110000">
          <a:bevelT w="40600" h="20600" prst="relaxedInset"/>
        </a:sp3d>
      </dsp:spPr>
      <dsp:style>
        <a:lnRef idx="0">
          <a:scrgbClr r="0" g="0" b="0"/>
        </a:lnRef>
        <a:fillRef idx="1">
          <a:scrgbClr r="0" g="0" b="0"/>
        </a:fillRef>
        <a:effectRef idx="2">
          <a:scrgbClr r="0" g="0" b="0"/>
        </a:effectRef>
        <a:fontRef idx="minor"/>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2157186" y="1449545"/>
        <a:ext cx="311065" cy="3379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B764EA-5A58-4672-AC1E-94A6EEE7C948}">
      <dsp:nvSpPr>
        <dsp:cNvPr id="0" name=""/>
        <dsp:cNvSpPr/>
      </dsp:nvSpPr>
      <dsp:spPr>
        <a:xfrm>
          <a:off x="426720" y="1154"/>
          <a:ext cx="2400300" cy="1440180"/>
        </a:xfrm>
        <a:prstGeom prst="rect">
          <a:avLst/>
        </a:prstGeom>
        <a:solidFill>
          <a:schemeClr val="bg2">
            <a:lumMod val="5000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Font typeface="Arial" panose="020B0604020202020204" pitchFamily="34" charset="0"/>
            <a:buNone/>
          </a:pPr>
          <a:r>
            <a:rPr lang="en-US" sz="2100" b="0" i="0" kern="1200" dirty="0"/>
            <a:t>AI-based energy management</a:t>
          </a:r>
          <a:endParaRPr lang="en-US" sz="2100" kern="1200" dirty="0"/>
        </a:p>
      </dsp:txBody>
      <dsp:txXfrm>
        <a:off x="426720" y="1154"/>
        <a:ext cx="2400300" cy="1440180"/>
      </dsp:txXfrm>
    </dsp:sp>
    <dsp:sp modelId="{0AABD7FD-0E94-4010-B19C-6A89D5622EE7}">
      <dsp:nvSpPr>
        <dsp:cNvPr id="0" name=""/>
        <dsp:cNvSpPr/>
      </dsp:nvSpPr>
      <dsp:spPr>
        <a:xfrm>
          <a:off x="3067050" y="1154"/>
          <a:ext cx="2400300" cy="1440180"/>
        </a:xfrm>
        <a:prstGeom prst="rect">
          <a:avLst/>
        </a:prstGeom>
        <a:solidFill>
          <a:schemeClr val="tx2">
            <a:lumMod val="7500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Font typeface="Arial" panose="020B0604020202020204" pitchFamily="34" charset="0"/>
            <a:buNone/>
          </a:pPr>
          <a:r>
            <a:rPr lang="en-US" sz="2100" b="0" i="0" kern="1200" dirty="0"/>
            <a:t>Server virtualization</a:t>
          </a:r>
          <a:endParaRPr lang="en-US" sz="2100" kern="1200" dirty="0"/>
        </a:p>
      </dsp:txBody>
      <dsp:txXfrm>
        <a:off x="3067050" y="1154"/>
        <a:ext cx="2400300" cy="1440180"/>
      </dsp:txXfrm>
    </dsp:sp>
    <dsp:sp modelId="{422227A9-72CA-4393-840E-3A8A08F50F8D}">
      <dsp:nvSpPr>
        <dsp:cNvPr id="0" name=""/>
        <dsp:cNvSpPr/>
      </dsp:nvSpPr>
      <dsp:spPr>
        <a:xfrm>
          <a:off x="5707379" y="1154"/>
          <a:ext cx="2400300" cy="1440180"/>
        </a:xfrm>
        <a:prstGeom prst="rect">
          <a:avLst/>
        </a:prstGeom>
        <a:solidFill>
          <a:schemeClr val="tx2">
            <a:lumMod val="5000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Font typeface="Arial" panose="020B0604020202020204" pitchFamily="34" charset="0"/>
            <a:buNone/>
          </a:pPr>
          <a:r>
            <a:rPr lang="en-US" sz="2100" b="0" i="0" kern="1200" dirty="0"/>
            <a:t>Efficient processors</a:t>
          </a:r>
          <a:endParaRPr lang="en-US" sz="2100" kern="1200" dirty="0"/>
        </a:p>
      </dsp:txBody>
      <dsp:txXfrm>
        <a:off x="5707379" y="1154"/>
        <a:ext cx="2400300" cy="1440180"/>
      </dsp:txXfrm>
    </dsp:sp>
    <dsp:sp modelId="{32DBEDD2-AA9A-4AEC-A6A0-EC92A1776BED}">
      <dsp:nvSpPr>
        <dsp:cNvPr id="0" name=""/>
        <dsp:cNvSpPr/>
      </dsp:nvSpPr>
      <dsp:spPr>
        <a:xfrm>
          <a:off x="426720" y="1681364"/>
          <a:ext cx="2400300" cy="1440180"/>
        </a:xfrm>
        <a:prstGeom prst="rect">
          <a:avLst/>
        </a:prstGeom>
        <a:solidFill>
          <a:schemeClr val="accent4">
            <a:lumMod val="60000"/>
            <a:lumOff val="4000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Font typeface="Arial" panose="020B0604020202020204" pitchFamily="34" charset="0"/>
            <a:buNone/>
          </a:pPr>
          <a:r>
            <a:rPr lang="en-US" sz="2100" b="0" i="0" kern="1200" dirty="0"/>
            <a:t>Dynamic workload scheduling</a:t>
          </a:r>
        </a:p>
        <a:p>
          <a:pPr marL="0" lvl="0" indent="0" algn="ctr" defTabSz="933450">
            <a:lnSpc>
              <a:spcPct val="90000"/>
            </a:lnSpc>
            <a:spcBef>
              <a:spcPct val="0"/>
            </a:spcBef>
            <a:spcAft>
              <a:spcPct val="35000"/>
            </a:spcAft>
            <a:buFont typeface="Arial" panose="020B0604020202020204" pitchFamily="34" charset="0"/>
            <a:buNone/>
          </a:pPr>
          <a:endParaRPr lang="en-US" sz="2100" kern="1200" dirty="0"/>
        </a:p>
      </dsp:txBody>
      <dsp:txXfrm>
        <a:off x="426720" y="1681364"/>
        <a:ext cx="2400300" cy="1440180"/>
      </dsp:txXfrm>
    </dsp:sp>
    <dsp:sp modelId="{53E5C436-2402-4CBD-8D4C-65C0B865B306}">
      <dsp:nvSpPr>
        <dsp:cNvPr id="0" name=""/>
        <dsp:cNvSpPr/>
      </dsp:nvSpPr>
      <dsp:spPr>
        <a:xfrm>
          <a:off x="3067050" y="1681364"/>
          <a:ext cx="2400300" cy="1440180"/>
        </a:xfrm>
        <a:prstGeom prst="rect">
          <a:avLst/>
        </a:prstGeom>
        <a:solidFill>
          <a:schemeClr val="accent4">
            <a:lumMod val="7500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Font typeface="Arial" panose="020B0604020202020204" pitchFamily="34" charset="0"/>
            <a:buNone/>
          </a:pPr>
          <a:r>
            <a:rPr lang="en-US" sz="2100" b="0" i="0" kern="1200" dirty="0"/>
            <a:t>Better cooling controls</a:t>
          </a:r>
        </a:p>
        <a:p>
          <a:pPr marL="0" lvl="0" indent="0" algn="ctr" defTabSz="933450">
            <a:lnSpc>
              <a:spcPct val="90000"/>
            </a:lnSpc>
            <a:spcBef>
              <a:spcPct val="0"/>
            </a:spcBef>
            <a:spcAft>
              <a:spcPct val="35000"/>
            </a:spcAft>
            <a:buFont typeface="Arial" panose="020B0604020202020204" pitchFamily="34" charset="0"/>
            <a:buNone/>
          </a:pPr>
          <a:endParaRPr lang="en-US" sz="2100" kern="1200" dirty="0"/>
        </a:p>
      </dsp:txBody>
      <dsp:txXfrm>
        <a:off x="3067050" y="1681364"/>
        <a:ext cx="2400300" cy="1440180"/>
      </dsp:txXfrm>
    </dsp:sp>
    <dsp:sp modelId="{960A3FE5-EB03-4B98-B177-26B04C3587D2}">
      <dsp:nvSpPr>
        <dsp:cNvPr id="0" name=""/>
        <dsp:cNvSpPr/>
      </dsp:nvSpPr>
      <dsp:spPr>
        <a:xfrm>
          <a:off x="5707379" y="1681364"/>
          <a:ext cx="2400300" cy="1440180"/>
        </a:xfrm>
        <a:prstGeom prst="rect">
          <a:avLst/>
        </a:prstGeom>
        <a:solidFill>
          <a:schemeClr val="accent4">
            <a:lumMod val="5000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Font typeface="Arial" panose="020B0604020202020204" pitchFamily="34" charset="0"/>
            <a:buNone/>
          </a:pPr>
          <a:r>
            <a:rPr lang="en-US" sz="2100" b="0" i="0" kern="1200" dirty="0"/>
            <a:t>Locating facilities where low-carbon electricity is available</a:t>
          </a:r>
          <a:endParaRPr lang="en-US" sz="2100" kern="1200" dirty="0"/>
        </a:p>
      </dsp:txBody>
      <dsp:txXfrm>
        <a:off x="5707379" y="1681364"/>
        <a:ext cx="2400300" cy="1440180"/>
      </dsp:txXfrm>
    </dsp:sp>
    <dsp:sp modelId="{4FAFA1B8-5E6D-4E1E-AF6E-DD84DB0FE03C}">
      <dsp:nvSpPr>
        <dsp:cNvPr id="0" name=""/>
        <dsp:cNvSpPr/>
      </dsp:nvSpPr>
      <dsp:spPr>
        <a:xfrm>
          <a:off x="3067049" y="3361574"/>
          <a:ext cx="2400300" cy="1440180"/>
        </a:xfrm>
        <a:prstGeom prst="rect">
          <a:avLst/>
        </a:prstGeom>
        <a:solidFill>
          <a:schemeClr val="accent5">
            <a:lumMod val="7500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Font typeface="Arial" panose="020B0604020202020204" pitchFamily="34" charset="0"/>
            <a:buNone/>
          </a:pPr>
          <a:r>
            <a:rPr lang="en-US" sz="2100" b="0" i="0" kern="1200" dirty="0"/>
            <a:t>Using waste heat where practical</a:t>
          </a:r>
          <a:endParaRPr lang="en-US" sz="2100" kern="1200" dirty="0"/>
        </a:p>
      </dsp:txBody>
      <dsp:txXfrm>
        <a:off x="3067049" y="3361574"/>
        <a:ext cx="2400300" cy="14401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130085-1FE9-4FE6-8E44-A8403B9BBD02}">
      <dsp:nvSpPr>
        <dsp:cNvPr id="0" name=""/>
        <dsp:cNvSpPr/>
      </dsp:nvSpPr>
      <dsp:spPr>
        <a:xfrm>
          <a:off x="0" y="996329"/>
          <a:ext cx="2014140" cy="415800"/>
        </a:xfrm>
        <a:prstGeom prst="rect">
          <a:avLst/>
        </a:prstGeom>
        <a:solidFill>
          <a:schemeClr val="accent4">
            <a:lumMod val="40000"/>
            <a:lumOff val="60000"/>
          </a:schemeClr>
        </a:solidFill>
        <a:ln>
          <a:noFill/>
        </a:ln>
        <a:effectLst>
          <a:outerShdw blurRad="50800" dist="38100" dir="5400000" algn="t" rotWithShape="0">
            <a:prstClr val="black">
              <a:alpha val="40000"/>
            </a:prstClr>
          </a:outerShdw>
        </a:effectLst>
      </dsp:spPr>
      <dsp:style>
        <a:lnRef idx="0">
          <a:scrgbClr r="0" g="0" b="0"/>
        </a:lnRef>
        <a:fillRef idx="0">
          <a:scrgbClr r="0" g="0" b="0"/>
        </a:fillRef>
        <a:effectRef idx="0">
          <a:scrgbClr r="0" g="0" b="0"/>
        </a:effectRef>
        <a:fontRef idx="minor"/>
      </dsp:style>
      <dsp:txBody>
        <a:bodyPr spcFirstLastPara="0" vert="horz" wrap="square" lIns="149352" tIns="53340" rIns="149352" bIns="53340" numCol="1" spcCol="1270" anchor="ctr" anchorCtr="0">
          <a:noAutofit/>
        </a:bodyPr>
        <a:lstStyle/>
        <a:p>
          <a:pPr marL="0" lvl="0" indent="0" algn="r" defTabSz="933450">
            <a:lnSpc>
              <a:spcPct val="90000"/>
            </a:lnSpc>
            <a:spcBef>
              <a:spcPct val="0"/>
            </a:spcBef>
            <a:spcAft>
              <a:spcPct val="35000"/>
            </a:spcAft>
            <a:buNone/>
          </a:pPr>
          <a:r>
            <a:rPr lang="en-US" sz="2100" b="1" i="0" kern="1200" dirty="0"/>
            <a:t>Companies</a:t>
          </a:r>
          <a:endParaRPr lang="en-US" sz="2100" kern="1200" dirty="0"/>
        </a:p>
      </dsp:txBody>
      <dsp:txXfrm>
        <a:off x="0" y="996329"/>
        <a:ext cx="2014140" cy="415800"/>
      </dsp:txXfrm>
    </dsp:sp>
    <dsp:sp modelId="{7E0C03EB-CF1B-49D7-AD2D-9E06B3137E75}">
      <dsp:nvSpPr>
        <dsp:cNvPr id="0" name=""/>
        <dsp:cNvSpPr/>
      </dsp:nvSpPr>
      <dsp:spPr>
        <a:xfrm>
          <a:off x="2084094" y="839229"/>
          <a:ext cx="402828" cy="892499"/>
        </a:xfrm>
        <a:prstGeom prst="leftBrace">
          <a:avLst>
            <a:gd name="adj1" fmla="val 35000"/>
            <a:gd name="adj2" fmla="val 50000"/>
          </a:avLst>
        </a:prstGeom>
        <a:solidFill>
          <a:schemeClr val="accent4">
            <a:lumMod val="40000"/>
            <a:lumOff val="60000"/>
          </a:schemeClr>
        </a:solidFill>
        <a:ln w="12700" cap="flat" cmpd="sng" algn="ctr">
          <a:solidFill>
            <a:schemeClr val="accent1">
              <a:shade val="60000"/>
              <a:hueOff val="0"/>
              <a:satOff val="0"/>
              <a:lumOff val="0"/>
              <a:alphaOff val="0"/>
            </a:schemeClr>
          </a:solidFill>
          <a:prstDash val="solid"/>
          <a:miter lim="800000"/>
        </a:ln>
        <a:effectLst>
          <a:outerShdw blurRad="50800" dist="38100" dir="5400000" algn="t" rotWithShape="0">
            <a:prstClr val="black">
              <a:alpha val="40000"/>
            </a:prstClr>
          </a:outerShdw>
        </a:effectLst>
      </dsp:spPr>
      <dsp:style>
        <a:lnRef idx="2">
          <a:scrgbClr r="0" g="0" b="0"/>
        </a:lnRef>
        <a:fillRef idx="0">
          <a:scrgbClr r="0" g="0" b="0"/>
        </a:fillRef>
        <a:effectRef idx="0">
          <a:scrgbClr r="0" g="0" b="0"/>
        </a:effectRef>
        <a:fontRef idx="minor"/>
      </dsp:style>
    </dsp:sp>
    <dsp:sp modelId="{E4988A52-B539-4A80-B72E-137C7DCF687B}">
      <dsp:nvSpPr>
        <dsp:cNvPr id="0" name=""/>
        <dsp:cNvSpPr/>
      </dsp:nvSpPr>
      <dsp:spPr>
        <a:xfrm>
          <a:off x="2583631" y="361813"/>
          <a:ext cx="5544368" cy="1740505"/>
        </a:xfrm>
        <a:prstGeom prst="rect">
          <a:avLst/>
        </a:prstGeom>
        <a:solidFill>
          <a:schemeClr val="accent4">
            <a:lumMod val="40000"/>
            <a:lumOff val="60000"/>
          </a:schemeClr>
        </a:solidFill>
        <a:ln>
          <a:solidFill>
            <a:schemeClr val="bg2">
              <a:lumMod val="50000"/>
            </a:schemeClr>
          </a:solidFill>
        </a:ln>
        <a:effectLst>
          <a:outerShdw blurRad="50800" dist="38100" dir="5400000" algn="t" rotWithShape="0">
            <a:prstClr val="black">
              <a:alpha val="40000"/>
            </a:prst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US" sz="1800" b="0" i="0" kern="1200" dirty="0"/>
            <a:t>Set renewable-energy and emissions targets.</a:t>
          </a:r>
          <a:endParaRPr lang="en-US" sz="1800" kern="1200" dirty="0"/>
        </a:p>
        <a:p>
          <a:pPr marL="171450" lvl="1" indent="-171450" algn="l" defTabSz="800100">
            <a:lnSpc>
              <a:spcPct val="90000"/>
            </a:lnSpc>
            <a:spcBef>
              <a:spcPct val="0"/>
            </a:spcBef>
            <a:spcAft>
              <a:spcPct val="15000"/>
            </a:spcAft>
            <a:buFont typeface="Arial" panose="020B0604020202020204" pitchFamily="34" charset="0"/>
            <a:buChar char="•"/>
          </a:pPr>
          <a:r>
            <a:rPr lang="en-US" sz="1800" b="0" i="0" kern="1200" dirty="0"/>
            <a:t>Extend equipment lifetimes where possible.</a:t>
          </a:r>
          <a:endParaRPr lang="en-US" sz="1800" kern="1200" dirty="0"/>
        </a:p>
        <a:p>
          <a:pPr marL="171450" lvl="1" indent="-171450" algn="l" defTabSz="800100">
            <a:lnSpc>
              <a:spcPct val="90000"/>
            </a:lnSpc>
            <a:spcBef>
              <a:spcPct val="0"/>
            </a:spcBef>
            <a:spcAft>
              <a:spcPct val="15000"/>
            </a:spcAft>
            <a:buFont typeface="Arial" panose="020B0604020202020204" pitchFamily="34" charset="0"/>
            <a:buChar char="•"/>
          </a:pPr>
          <a:r>
            <a:rPr lang="en-US" sz="1800" b="0" i="0" kern="1200" dirty="0"/>
            <a:t>Design facilities for energy and water efficiency.</a:t>
          </a:r>
          <a:endParaRPr lang="en-US" sz="1800" kern="1200" dirty="0"/>
        </a:p>
        <a:p>
          <a:pPr marL="171450" lvl="1" indent="-171450" algn="l" defTabSz="800100">
            <a:lnSpc>
              <a:spcPct val="90000"/>
            </a:lnSpc>
            <a:spcBef>
              <a:spcPct val="0"/>
            </a:spcBef>
            <a:spcAft>
              <a:spcPct val="15000"/>
            </a:spcAft>
            <a:buFont typeface="Arial" panose="020B0604020202020204" pitchFamily="34" charset="0"/>
            <a:buChar char="•"/>
          </a:pPr>
          <a:r>
            <a:rPr lang="en-US" sz="1800" b="0" i="0" kern="1200" dirty="0"/>
            <a:t>Improve hardware utilization.</a:t>
          </a:r>
          <a:endParaRPr lang="en-US" sz="1800" kern="1200" dirty="0"/>
        </a:p>
      </dsp:txBody>
      <dsp:txXfrm>
        <a:off x="2583631" y="361813"/>
        <a:ext cx="5544368" cy="1740505"/>
      </dsp:txXfrm>
    </dsp:sp>
    <dsp:sp modelId="{F3AC94D8-CECC-4134-92DA-351A3D7C40E5}">
      <dsp:nvSpPr>
        <dsp:cNvPr id="0" name=""/>
        <dsp:cNvSpPr/>
      </dsp:nvSpPr>
      <dsp:spPr>
        <a:xfrm>
          <a:off x="24211" y="3521406"/>
          <a:ext cx="1982390" cy="415800"/>
        </a:xfrm>
        <a:prstGeom prst="rect">
          <a:avLst/>
        </a:prstGeom>
        <a:solidFill>
          <a:schemeClr val="accent4">
            <a:lumMod val="40000"/>
            <a:lumOff val="60000"/>
          </a:schemeClr>
        </a:solidFill>
        <a:ln>
          <a:noFill/>
        </a:ln>
        <a:effectLst>
          <a:outerShdw blurRad="50800" dist="38100" dir="5400000" algn="t" rotWithShape="0">
            <a:prstClr val="black">
              <a:alpha val="40000"/>
            </a:prstClr>
          </a:outerShdw>
        </a:effectLst>
      </dsp:spPr>
      <dsp:style>
        <a:lnRef idx="0">
          <a:scrgbClr r="0" g="0" b="0"/>
        </a:lnRef>
        <a:fillRef idx="0">
          <a:scrgbClr r="0" g="0" b="0"/>
        </a:fillRef>
        <a:effectRef idx="0">
          <a:scrgbClr r="0" g="0" b="0"/>
        </a:effectRef>
        <a:fontRef idx="minor"/>
      </dsp:style>
      <dsp:txBody>
        <a:bodyPr spcFirstLastPara="0" vert="horz" wrap="square" lIns="149352" tIns="53340" rIns="149352" bIns="53340" numCol="1" spcCol="1270" anchor="ctr" anchorCtr="0">
          <a:noAutofit/>
        </a:bodyPr>
        <a:lstStyle/>
        <a:p>
          <a:pPr marL="0" lvl="0" indent="0" algn="r" defTabSz="933450">
            <a:lnSpc>
              <a:spcPct val="90000"/>
            </a:lnSpc>
            <a:spcBef>
              <a:spcPct val="0"/>
            </a:spcBef>
            <a:spcAft>
              <a:spcPct val="35000"/>
            </a:spcAft>
            <a:buNone/>
          </a:pPr>
          <a:r>
            <a:rPr lang="en-US" sz="2100" b="1" i="0" kern="1200" dirty="0"/>
            <a:t>Governments</a:t>
          </a:r>
          <a:endParaRPr lang="en-US" sz="2100" kern="1200" dirty="0"/>
        </a:p>
      </dsp:txBody>
      <dsp:txXfrm>
        <a:off x="24211" y="3521406"/>
        <a:ext cx="1982390" cy="415800"/>
      </dsp:txXfrm>
    </dsp:sp>
    <dsp:sp modelId="{CB4A38FB-2738-4D7A-B47A-904C010FED74}">
      <dsp:nvSpPr>
        <dsp:cNvPr id="0" name=""/>
        <dsp:cNvSpPr/>
      </dsp:nvSpPr>
      <dsp:spPr>
        <a:xfrm>
          <a:off x="2006601" y="3222547"/>
          <a:ext cx="396478" cy="1013512"/>
        </a:xfrm>
        <a:prstGeom prst="leftBrace">
          <a:avLst>
            <a:gd name="adj1" fmla="val 35000"/>
            <a:gd name="adj2" fmla="val 50000"/>
          </a:avLst>
        </a:prstGeom>
        <a:solidFill>
          <a:schemeClr val="accent4">
            <a:lumMod val="40000"/>
            <a:lumOff val="60000"/>
          </a:schemeClr>
        </a:solidFill>
        <a:ln w="12700" cap="flat" cmpd="sng" algn="ctr">
          <a:solidFill>
            <a:schemeClr val="accent1">
              <a:shade val="60000"/>
              <a:hueOff val="0"/>
              <a:satOff val="0"/>
              <a:lumOff val="0"/>
              <a:alphaOff val="0"/>
            </a:schemeClr>
          </a:solidFill>
          <a:prstDash val="solid"/>
          <a:miter lim="800000"/>
        </a:ln>
        <a:effectLst>
          <a:outerShdw blurRad="50800" dist="38100" dir="5400000" algn="t" rotWithShape="0">
            <a:prstClr val="black">
              <a:alpha val="40000"/>
            </a:prstClr>
          </a:outerShdw>
        </a:effectLst>
      </dsp:spPr>
      <dsp:style>
        <a:lnRef idx="2">
          <a:scrgbClr r="0" g="0" b="0"/>
        </a:lnRef>
        <a:fillRef idx="0">
          <a:scrgbClr r="0" g="0" b="0"/>
        </a:fillRef>
        <a:effectRef idx="0">
          <a:scrgbClr r="0" g="0" b="0"/>
        </a:effectRef>
        <a:fontRef idx="minor"/>
      </dsp:style>
    </dsp:sp>
    <dsp:sp modelId="{78860425-6B10-4812-9836-2CDF99F0676B}">
      <dsp:nvSpPr>
        <dsp:cNvPr id="0" name=""/>
        <dsp:cNvSpPr/>
      </dsp:nvSpPr>
      <dsp:spPr>
        <a:xfrm>
          <a:off x="2541315" y="2889497"/>
          <a:ext cx="5583845" cy="1909052"/>
        </a:xfrm>
        <a:prstGeom prst="rect">
          <a:avLst/>
        </a:prstGeom>
        <a:solidFill>
          <a:schemeClr val="accent4">
            <a:lumMod val="40000"/>
            <a:lumOff val="60000"/>
          </a:schemeClr>
        </a:solidFill>
        <a:ln>
          <a:noFill/>
        </a:ln>
        <a:effectLst>
          <a:outerShdw blurRad="50800" dist="38100" dir="5400000" algn="t" rotWithShape="0">
            <a:prstClr val="black">
              <a:alpha val="40000"/>
            </a:prst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US" sz="1800" b="0" i="0" kern="1200" dirty="0"/>
            <a:t>Encourage clean-energy development.</a:t>
          </a:r>
          <a:endParaRPr lang="en-US" sz="1800" kern="1200" dirty="0"/>
        </a:p>
        <a:p>
          <a:pPr marL="171450" lvl="1" indent="-171450" algn="l" defTabSz="800100">
            <a:lnSpc>
              <a:spcPct val="90000"/>
            </a:lnSpc>
            <a:spcBef>
              <a:spcPct val="0"/>
            </a:spcBef>
            <a:spcAft>
              <a:spcPct val="15000"/>
            </a:spcAft>
            <a:buFont typeface="Arial" panose="020B0604020202020204" pitchFamily="34" charset="0"/>
            <a:buChar char="•"/>
          </a:pPr>
          <a:r>
            <a:rPr lang="en-US" sz="1800" b="0" i="0" kern="1200" dirty="0"/>
            <a:t>Improve electricity-grid infrastructure.</a:t>
          </a:r>
          <a:endParaRPr lang="en-US" sz="1800" kern="1200" dirty="0"/>
        </a:p>
        <a:p>
          <a:pPr marL="171450" lvl="1" indent="-171450" algn="l" defTabSz="800100">
            <a:lnSpc>
              <a:spcPct val="90000"/>
            </a:lnSpc>
            <a:spcBef>
              <a:spcPct val="0"/>
            </a:spcBef>
            <a:spcAft>
              <a:spcPct val="15000"/>
            </a:spcAft>
            <a:buFont typeface="Arial" panose="020B0604020202020204" pitchFamily="34" charset="0"/>
            <a:buChar char="•"/>
          </a:pPr>
          <a:r>
            <a:rPr lang="en-US" sz="1800" b="0" i="0" kern="1200" dirty="0"/>
            <a:t>Establish efficiency and water-use standards.</a:t>
          </a:r>
          <a:endParaRPr lang="en-US" sz="1800" kern="1200" dirty="0"/>
        </a:p>
      </dsp:txBody>
      <dsp:txXfrm>
        <a:off x="2541315" y="2889497"/>
        <a:ext cx="5583845" cy="1909052"/>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0NoLn">
    <dgm:scene3d>
      <a:camera prst="orthographicFront"/>
      <a:lightRig rig="threePt" dir="t"/>
    </dgm:scene3d>
    <dgm:sp3d extrusionH="50600" prstMaterial="plastic">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1NoLn">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ltNode1NoLn">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NoLn">
    <dgm:scene3d>
      <a:camera prst="orthographicFront"/>
      <a:lightRig rig="threePt" dir="t"/>
    </dgm:scene3d>
    <dgm:sp3d extrusionH="50600" prstMaterial="plastic">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NoLn">
    <dgm:scene3d>
      <a:camera prst="orthographicFront"/>
      <a:lightRig rig="threePt" dir="t"/>
    </dgm:scene3d>
    <dgm:sp3d extrusionH="50600" prstMaterial="plastic">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NoLn">
    <dgm:scene3d>
      <a:camera prst="orthographicFront"/>
      <a:lightRig rig="threePt" dir="t"/>
    </dgm:scene3d>
    <dgm:sp3d extrusionH="50600" prstMaterial="plastic">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dk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0NoLn">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1NoLn">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NoLn">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NoLn">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NoLn">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0NoLn">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NoLn">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a:schemeClr val="dk1"/>
      </a:fontRef>
    </dgm:style>
  </dgm:styleLbl>
  <dgm:styleLbl name="ltNode1NoLn">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NoLn">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NoLn">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NoLn">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dk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19D7FC0-1DD1-4CA8-8112-A8C7F40EA6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7F0B4FAB-25C6-4E98-9EBB-B23B53E6691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B98C9BE-87B7-4760-A22C-329CE4983B43}" type="datetimeFigureOut">
              <a:rPr lang="en-US" smtClean="0"/>
              <a:t>05-10-2026</a:t>
            </a:fld>
            <a:endParaRPr lang="en-US" dirty="0"/>
          </a:p>
        </p:txBody>
      </p:sp>
      <p:sp>
        <p:nvSpPr>
          <p:cNvPr id="4" name="Footer Placeholder 3">
            <a:extLst>
              <a:ext uri="{FF2B5EF4-FFF2-40B4-BE49-F238E27FC236}">
                <a16:creationId xmlns:a16="http://schemas.microsoft.com/office/drawing/2014/main" id="{4D1D8D7A-73C0-4D72-A352-EECD76243E9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F5E284F-EDF0-4258-A6DB-1E971D45519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3436F7D-74B8-491D-9B56-3C7529DF59F4}" type="slidenum">
              <a:rPr lang="en-US" smtClean="0"/>
              <a:t>‹#›</a:t>
            </a:fld>
            <a:endParaRPr lang="en-US" dirty="0"/>
          </a:p>
        </p:txBody>
      </p:sp>
    </p:spTree>
    <p:extLst>
      <p:ext uri="{BB962C8B-B14F-4D97-AF65-F5344CB8AC3E}">
        <p14:creationId xmlns:p14="http://schemas.microsoft.com/office/powerpoint/2010/main" val="33414326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F89C1D-9DA7-4C69-9BE5-61F988705FB7}" type="datetimeFigureOut">
              <a:rPr lang="en-US" smtClean="0"/>
              <a:t>05-10-2026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EB07D3-876E-4CE3-BE97-1887ED6BB637}" type="slidenum">
              <a:rPr lang="en-US" smtClean="0"/>
              <a:t>‹#›</a:t>
            </a:fld>
            <a:endParaRPr lang="en-US" dirty="0"/>
          </a:p>
        </p:txBody>
      </p:sp>
    </p:spTree>
    <p:extLst>
      <p:ext uri="{BB962C8B-B14F-4D97-AF65-F5344CB8AC3E}">
        <p14:creationId xmlns:p14="http://schemas.microsoft.com/office/powerpoint/2010/main" val="2747259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5EB07D3-876E-4CE3-BE97-1887ED6BB637}" type="slidenum">
              <a:rPr lang="en-US" smtClean="0"/>
              <a:t>2</a:t>
            </a:fld>
            <a:endParaRPr lang="en-US" dirty="0"/>
          </a:p>
        </p:txBody>
      </p:sp>
    </p:spTree>
    <p:extLst>
      <p:ext uri="{BB962C8B-B14F-4D97-AF65-F5344CB8AC3E}">
        <p14:creationId xmlns:p14="http://schemas.microsoft.com/office/powerpoint/2010/main" val="41030523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5EB07D3-876E-4CE3-BE97-1887ED6BB637}" type="slidenum">
              <a:rPr lang="en-US" smtClean="0"/>
              <a:t>3</a:t>
            </a:fld>
            <a:endParaRPr lang="en-US" dirty="0"/>
          </a:p>
        </p:txBody>
      </p:sp>
    </p:spTree>
    <p:extLst>
      <p:ext uri="{BB962C8B-B14F-4D97-AF65-F5344CB8AC3E}">
        <p14:creationId xmlns:p14="http://schemas.microsoft.com/office/powerpoint/2010/main" val="42332929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pic>
        <p:nvPicPr>
          <p:cNvPr id="12" name="Picture 11" descr="A picture containing outdoor, sky, nature, dune&#10;&#10;Description automatically generated">
            <a:extLst>
              <a:ext uri="{FF2B5EF4-FFF2-40B4-BE49-F238E27FC236}">
                <a16:creationId xmlns:a16="http://schemas.microsoft.com/office/drawing/2014/main" id="{9996762E-98CA-45F3-8778-C77264B5047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8610600" cy="6858000"/>
          </a:xfrm>
          <a:prstGeom prst="rect">
            <a:avLst/>
          </a:prstGeom>
        </p:spPr>
      </p:pic>
      <p:sp>
        <p:nvSpPr>
          <p:cNvPr id="3" name="Subtitle 2">
            <a:extLst>
              <a:ext uri="{FF2B5EF4-FFF2-40B4-BE49-F238E27FC236}">
                <a16:creationId xmlns:a16="http://schemas.microsoft.com/office/drawing/2014/main" id="{43D32955-BB06-40DE-A14A-2170FD41AD52}"/>
              </a:ext>
            </a:extLst>
          </p:cNvPr>
          <p:cNvSpPr>
            <a:spLocks noGrp="1"/>
          </p:cNvSpPr>
          <p:nvPr>
            <p:ph type="subTitle" idx="1"/>
          </p:nvPr>
        </p:nvSpPr>
        <p:spPr>
          <a:xfrm>
            <a:off x="9768840" y="4723772"/>
            <a:ext cx="1708784" cy="1156332"/>
          </a:xfrm>
        </p:spPr>
        <p:txBody>
          <a:bodyPr/>
          <a:lstStyle>
            <a:lvl1pPr marL="0" indent="0" algn="l">
              <a:buNone/>
              <a:defRPr sz="2400">
                <a:solidFill>
                  <a:schemeClr val="accent3"/>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Picture Placeholder 9">
            <a:extLst>
              <a:ext uri="{FF2B5EF4-FFF2-40B4-BE49-F238E27FC236}">
                <a16:creationId xmlns:a16="http://schemas.microsoft.com/office/drawing/2014/main" id="{0D510E1D-A8A6-4E4B-8055-B484B4853348}"/>
              </a:ext>
            </a:extLst>
          </p:cNvPr>
          <p:cNvSpPr>
            <a:spLocks noGrp="1"/>
          </p:cNvSpPr>
          <p:nvPr>
            <p:ph type="pic" sz="quarter" idx="13"/>
          </p:nvPr>
        </p:nvSpPr>
        <p:spPr>
          <a:xfrm>
            <a:off x="495300" y="536574"/>
            <a:ext cx="7620000" cy="5784853"/>
          </a:xfrm>
        </p:spPr>
        <p:txBody>
          <a:bodyPr/>
          <a:lstStyle/>
          <a:p>
            <a:r>
              <a:rPr lang="en-US"/>
              <a:t>Click icon to add picture</a:t>
            </a:r>
            <a:endParaRPr lang="en-US" dirty="0"/>
          </a:p>
        </p:txBody>
      </p:sp>
      <p:cxnSp>
        <p:nvCxnSpPr>
          <p:cNvPr id="14" name="Straight Connector 13">
            <a:extLst>
              <a:ext uri="{FF2B5EF4-FFF2-40B4-BE49-F238E27FC236}">
                <a16:creationId xmlns:a16="http://schemas.microsoft.com/office/drawing/2014/main" id="{E6BAFCD4-E08A-4CBF-B3C6-F99D6523EB03}"/>
              </a:ext>
            </a:extLst>
          </p:cNvPr>
          <p:cNvCxnSpPr>
            <a:cxnSpLocks/>
          </p:cNvCxnSpPr>
          <p:nvPr userDrawn="1"/>
        </p:nvCxnSpPr>
        <p:spPr>
          <a:xfrm flipH="1">
            <a:off x="9768840" y="5701668"/>
            <a:ext cx="2423161"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C25C416-A3A2-4CF9-9532-2C0BFB51CFDF}"/>
              </a:ext>
            </a:extLst>
          </p:cNvPr>
          <p:cNvSpPr>
            <a:spLocks noGrp="1"/>
          </p:cNvSpPr>
          <p:nvPr>
            <p:ph type="ctrTitle"/>
          </p:nvPr>
        </p:nvSpPr>
        <p:spPr>
          <a:xfrm>
            <a:off x="6888480" y="1122363"/>
            <a:ext cx="4446270" cy="2387600"/>
          </a:xfrm>
        </p:spPr>
        <p:txBody>
          <a:bodyPr anchor="t">
            <a:noAutofit/>
          </a:bodyPr>
          <a:lstStyle>
            <a:lvl1pPr algn="l">
              <a:defRPr sz="6600">
                <a:solidFill>
                  <a:schemeClr val="accent3"/>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277D2B5-DEF8-4833-801A-DC6C2692B990}"/>
              </a:ext>
            </a:extLst>
          </p:cNvPr>
          <p:cNvSpPr>
            <a:spLocks noGrp="1"/>
          </p:cNvSpPr>
          <p:nvPr>
            <p:ph type="body" sz="quarter" idx="14"/>
          </p:nvPr>
        </p:nvSpPr>
        <p:spPr>
          <a:xfrm>
            <a:off x="9341358" y="4162298"/>
            <a:ext cx="1993392" cy="1993392"/>
          </a:xfrm>
          <a:noFill/>
        </p:spPr>
        <p:txBody>
          <a:bodyPr spcFirstLastPara="1" wrap="square" lIns="91440" tIns="45720" rIns="91440" bIns="45720" numCol="1">
            <a:prstTxWarp prst="textCircle">
              <a:avLst/>
            </a:prstTxWarp>
            <a:spAutoFit/>
          </a:bodyPr>
          <a:lstStyle>
            <a:lvl1pPr>
              <a:defRPr lang="en-US" sz="2000" b="0" cap="all" spc="0" baseline="0" dirty="0">
                <a:ln w="0"/>
                <a:solidFill>
                  <a:schemeClr val="accent1">
                    <a:lumMod val="75000"/>
                  </a:schemeClr>
                </a:solidFill>
              </a:defRPr>
            </a:lvl1pPr>
          </a:lstStyle>
          <a:p>
            <a:pPr marL="0" lvl="0" algn="ctr"/>
            <a:r>
              <a:rPr lang="en-US"/>
              <a:t>Click to edit Master text styles</a:t>
            </a:r>
          </a:p>
        </p:txBody>
      </p:sp>
    </p:spTree>
    <p:extLst>
      <p:ext uri="{BB962C8B-B14F-4D97-AF65-F5344CB8AC3E}">
        <p14:creationId xmlns:p14="http://schemas.microsoft.com/office/powerpoint/2010/main" val="3839583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pic>
        <p:nvPicPr>
          <p:cNvPr id="10" name="Picture 9" descr="A group of people riding horses&#10;&#10;Description automatically generated with medium confidence">
            <a:extLst>
              <a:ext uri="{FF2B5EF4-FFF2-40B4-BE49-F238E27FC236}">
                <a16:creationId xmlns:a16="http://schemas.microsoft.com/office/drawing/2014/main" id="{EEDAD97A-3707-4927-B006-8E1F9FA7A1F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603286" y="0"/>
            <a:ext cx="6588714" cy="6858000"/>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p:nvPr>
        </p:nvSpPr>
        <p:spPr>
          <a:xfrm>
            <a:off x="1162050" y="523875"/>
            <a:ext cx="3975802" cy="1514476"/>
          </a:xfrm>
        </p:spPr>
        <p:txBody>
          <a:bodyPr lIns="0" rIns="0" anchor="b"/>
          <a:lstStyle>
            <a:lvl1pPr>
              <a:defRPr>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BF8F5A6A-E29E-401A-801A-8FD9CAABA7A5}"/>
              </a:ext>
            </a:extLst>
          </p:cNvPr>
          <p:cNvSpPr>
            <a:spLocks noGrp="1"/>
          </p:cNvSpPr>
          <p:nvPr>
            <p:ph idx="1"/>
          </p:nvPr>
        </p:nvSpPr>
        <p:spPr>
          <a:xfrm>
            <a:off x="1162050" y="4662486"/>
            <a:ext cx="3975804" cy="1514476"/>
          </a:xfrm>
        </p:spPr>
        <p:txBody>
          <a:bodyPr lIns="0" rIns="0">
            <a:normAutofit/>
          </a:bodyPr>
          <a:lstStyle>
            <a:lvl1pPr marL="0" indent="0">
              <a:lnSpc>
                <a:spcPts val="1700"/>
              </a:lnSpc>
              <a:buNone/>
              <a:defRPr sz="120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lvl1pPr>
              <a:defRPr>
                <a:solidFill>
                  <a:schemeClr val="accent1"/>
                </a:solidFill>
              </a:defRPr>
            </a:lvl1pPr>
          </a:lstStyle>
          <a:p>
            <a:r>
              <a:rPr lang="en-US"/>
              <a:t>6/22/20XX</a:t>
            </a:r>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lvl1pPr>
              <a:defRPr>
                <a:solidFill>
                  <a:schemeClr val="accent1"/>
                </a:solidFill>
              </a:defRPr>
            </a:lvl1pPr>
          </a:lstStyle>
          <a:p>
            <a:r>
              <a:rPr lang="en-US" dirty="0"/>
              <a:t>Pitch deck</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lvl1pPr>
              <a:defRPr>
                <a:solidFill>
                  <a:schemeClr val="accent1"/>
                </a:solidFill>
              </a:defRPr>
            </a:lvl1pPr>
          </a:lstStyle>
          <a:p>
            <a:fld id="{B5CEABB6-07DC-46E8-9B57-56EC44A396E5}" type="slidenum">
              <a:rPr lang="en-US" smtClean="0"/>
              <a:pPr/>
              <a:t>‹#›</a:t>
            </a:fld>
            <a:endParaRPr lang="en-US" dirty="0"/>
          </a:p>
        </p:txBody>
      </p:sp>
      <p:sp>
        <p:nvSpPr>
          <p:cNvPr id="12" name="Picture Placeholder 11">
            <a:extLst>
              <a:ext uri="{FF2B5EF4-FFF2-40B4-BE49-F238E27FC236}">
                <a16:creationId xmlns:a16="http://schemas.microsoft.com/office/drawing/2014/main" id="{E3A83D3B-4878-44A9-ADD4-00764E5E82E9}"/>
              </a:ext>
            </a:extLst>
          </p:cNvPr>
          <p:cNvSpPr>
            <a:spLocks noGrp="1"/>
          </p:cNvSpPr>
          <p:nvPr>
            <p:ph type="pic" sz="quarter" idx="13"/>
          </p:nvPr>
        </p:nvSpPr>
        <p:spPr>
          <a:xfrm>
            <a:off x="6068718" y="523875"/>
            <a:ext cx="5657850" cy="5810250"/>
          </a:xfrm>
        </p:spPr>
        <p:txBody>
          <a:bodyPr/>
          <a:lstStyle/>
          <a:p>
            <a:r>
              <a:rPr lang="en-US"/>
              <a:t>Click icon to add picture</a:t>
            </a:r>
            <a:endParaRPr lang="en-US" dirty="0"/>
          </a:p>
        </p:txBody>
      </p:sp>
      <p:cxnSp>
        <p:nvCxnSpPr>
          <p:cNvPr id="15" name="Straight Connector 14">
            <a:extLst>
              <a:ext uri="{FF2B5EF4-FFF2-40B4-BE49-F238E27FC236}">
                <a16:creationId xmlns:a16="http://schemas.microsoft.com/office/drawing/2014/main" id="{FFB9B857-A210-44D8-8C91-781E2B69B771}"/>
              </a:ext>
            </a:extLst>
          </p:cNvPr>
          <p:cNvCxnSpPr/>
          <p:nvPr userDrawn="1"/>
        </p:nvCxnSpPr>
        <p:spPr>
          <a:xfrm>
            <a:off x="1162050" y="2333625"/>
            <a:ext cx="0" cy="2000250"/>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4BED8496-5E7C-4C78-B8EF-9319D4BF8E1B}"/>
              </a:ext>
            </a:extLst>
          </p:cNvPr>
          <p:cNvSpPr>
            <a:spLocks noGrp="1"/>
          </p:cNvSpPr>
          <p:nvPr>
            <p:ph type="body" sz="quarter" idx="14"/>
          </p:nvPr>
        </p:nvSpPr>
        <p:spPr>
          <a:xfrm>
            <a:off x="640080" y="768096"/>
            <a:ext cx="1856232" cy="1856232"/>
          </a:xfrm>
          <a:noFill/>
        </p:spPr>
        <p:txBody>
          <a:bodyPr spcFirstLastPara="1" wrap="square" lIns="91440" tIns="45720" rIns="91440" bIns="45720" numCol="1">
            <a:prstTxWarp prst="textCircle">
              <a:avLst/>
            </a:prstTxWarp>
            <a:spAutoFit/>
          </a:bodyPr>
          <a:lstStyle>
            <a:lvl1pPr>
              <a:defRPr lang="en-US" sz="2000" b="0" cap="all" spc="0" baseline="0" dirty="0">
                <a:ln w="0"/>
                <a:solidFill>
                  <a:schemeClr val="accent1">
                    <a:lumMod val="75000"/>
                  </a:schemeClr>
                </a:solidFill>
              </a:defRPr>
            </a:lvl1pPr>
          </a:lstStyle>
          <a:p>
            <a:pPr marL="0" lvl="0" algn="ctr"/>
            <a:r>
              <a:rPr lang="en-US"/>
              <a:t>Click to edit Master text styles</a:t>
            </a:r>
          </a:p>
        </p:txBody>
      </p:sp>
    </p:spTree>
    <p:extLst>
      <p:ext uri="{BB962C8B-B14F-4D97-AF65-F5344CB8AC3E}">
        <p14:creationId xmlns:p14="http://schemas.microsoft.com/office/powerpoint/2010/main" val="1164587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1"/>
        </a:solidFill>
        <a:effectLst/>
      </p:bgPr>
    </p:bg>
    <p:spTree>
      <p:nvGrpSpPr>
        <p:cNvPr id="1" name=""/>
        <p:cNvGrpSpPr/>
        <p:nvPr/>
      </p:nvGrpSpPr>
      <p:grpSpPr>
        <a:xfrm>
          <a:off x="0" y="0"/>
          <a:ext cx="0" cy="0"/>
          <a:chOff x="0" y="0"/>
          <a:chExt cx="0" cy="0"/>
        </a:xfrm>
      </p:grpSpPr>
      <p:pic>
        <p:nvPicPr>
          <p:cNvPr id="10" name="Picture 9" descr="A picture containing tree, nature, spring&#10;&#10;Description automatically generated">
            <a:extLst>
              <a:ext uri="{FF2B5EF4-FFF2-40B4-BE49-F238E27FC236}">
                <a16:creationId xmlns:a16="http://schemas.microsoft.com/office/drawing/2014/main" id="{560C5C7D-BBDC-415E-88A8-4BB8367C613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rot="16200000">
            <a:off x="-381000" y="381000"/>
            <a:ext cx="6858000" cy="6096000"/>
          </a:xfrm>
          <a:prstGeom prst="rect">
            <a:avLst/>
          </a:prstGeom>
        </p:spPr>
      </p:pic>
      <p:sp>
        <p:nvSpPr>
          <p:cNvPr id="2" name="Title 1">
            <a:extLst>
              <a:ext uri="{FF2B5EF4-FFF2-40B4-BE49-F238E27FC236}">
                <a16:creationId xmlns:a16="http://schemas.microsoft.com/office/drawing/2014/main" id="{9DE3D039-0A18-4031-8A63-D83666B066F6}"/>
              </a:ext>
            </a:extLst>
          </p:cNvPr>
          <p:cNvSpPr>
            <a:spLocks noGrp="1"/>
          </p:cNvSpPr>
          <p:nvPr>
            <p:ph type="title"/>
          </p:nvPr>
        </p:nvSpPr>
        <p:spPr>
          <a:xfrm>
            <a:off x="6724244" y="473869"/>
            <a:ext cx="4603750" cy="1226572"/>
          </a:xfrm>
        </p:spPr>
        <p:txBody>
          <a:bodyPr lIns="0" anchor="b">
            <a:normAutofit/>
          </a:bodyPr>
          <a:lstStyle>
            <a:lvl1pPr>
              <a:defRPr sz="4400">
                <a:solidFill>
                  <a:schemeClr val="accent3"/>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7438815-B9AF-4BA5-B8D6-3311C4949FAD}"/>
              </a:ext>
            </a:extLst>
          </p:cNvPr>
          <p:cNvSpPr>
            <a:spLocks noGrp="1"/>
          </p:cNvSpPr>
          <p:nvPr>
            <p:ph type="body" idx="1"/>
          </p:nvPr>
        </p:nvSpPr>
        <p:spPr>
          <a:xfrm>
            <a:off x="7035800" y="2160591"/>
            <a:ext cx="4298950" cy="725701"/>
          </a:xfrm>
        </p:spPr>
        <p:txBody>
          <a:bodyPr>
            <a:normAutofit/>
          </a:bodyPr>
          <a:lstStyle>
            <a:lvl1pPr marL="0" indent="0">
              <a:lnSpc>
                <a:spcPts val="1700"/>
              </a:lnSpc>
              <a:buNone/>
              <a:defRPr sz="12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8EB05F6-A3ED-45AB-B103-D5E34BFD605F}"/>
              </a:ext>
            </a:extLst>
          </p:cNvPr>
          <p:cNvSpPr>
            <a:spLocks noGrp="1"/>
          </p:cNvSpPr>
          <p:nvPr>
            <p:ph type="dt" sz="half" idx="10"/>
          </p:nvPr>
        </p:nvSpPr>
        <p:spPr/>
        <p:txBody>
          <a:bodyPr/>
          <a:lstStyle>
            <a:lvl1pPr>
              <a:defRPr>
                <a:solidFill>
                  <a:schemeClr val="accent1"/>
                </a:solidFill>
              </a:defRPr>
            </a:lvl1pPr>
          </a:lstStyle>
          <a:p>
            <a:r>
              <a:rPr lang="en-US"/>
              <a:t>6/22/20XX</a:t>
            </a:r>
            <a:endParaRPr lang="en-US" dirty="0"/>
          </a:p>
        </p:txBody>
      </p:sp>
      <p:sp>
        <p:nvSpPr>
          <p:cNvPr id="5" name="Footer Placeholder 4">
            <a:extLst>
              <a:ext uri="{FF2B5EF4-FFF2-40B4-BE49-F238E27FC236}">
                <a16:creationId xmlns:a16="http://schemas.microsoft.com/office/drawing/2014/main" id="{2F029C1C-740D-4213-96FE-1FAA3072FF83}"/>
              </a:ext>
            </a:extLst>
          </p:cNvPr>
          <p:cNvSpPr>
            <a:spLocks noGrp="1"/>
          </p:cNvSpPr>
          <p:nvPr>
            <p:ph type="ftr" sz="quarter" idx="11"/>
          </p:nvPr>
        </p:nvSpPr>
        <p:spPr>
          <a:xfrm>
            <a:off x="7035799" y="6356350"/>
            <a:ext cx="2772229" cy="365125"/>
          </a:xfrm>
        </p:spPr>
        <p:txBody>
          <a:bodyPr/>
          <a:lstStyle>
            <a:lvl1pPr algn="l">
              <a:defRPr>
                <a:solidFill>
                  <a:schemeClr val="accent3">
                    <a:lumMod val="60000"/>
                    <a:lumOff val="40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54E8801-7449-48B4-8D64-BCE20D0831C9}"/>
              </a:ext>
            </a:extLst>
          </p:cNvPr>
          <p:cNvSpPr>
            <a:spLocks noGrp="1"/>
          </p:cNvSpPr>
          <p:nvPr>
            <p:ph type="sldNum" sz="quarter" idx="12"/>
          </p:nvPr>
        </p:nvSpPr>
        <p:spPr>
          <a:xfrm>
            <a:off x="10036628" y="6356350"/>
            <a:ext cx="1317171" cy="365125"/>
          </a:xfrm>
        </p:spPr>
        <p:txBody>
          <a:bodyPr/>
          <a:lstStyle>
            <a:lvl1pPr>
              <a:defRPr>
                <a:solidFill>
                  <a:schemeClr val="accent3">
                    <a:lumMod val="60000"/>
                    <a:lumOff val="40000"/>
                  </a:schemeClr>
                </a:solidFill>
              </a:defRPr>
            </a:lvl1pPr>
          </a:lstStyle>
          <a:p>
            <a:fld id="{B5CEABB6-07DC-46E8-9B57-56EC44A396E5}" type="slidenum">
              <a:rPr lang="en-US" smtClean="0"/>
              <a:pPr/>
              <a:t>‹#›</a:t>
            </a:fld>
            <a:endParaRPr lang="en-US" dirty="0"/>
          </a:p>
        </p:txBody>
      </p:sp>
      <p:sp>
        <p:nvSpPr>
          <p:cNvPr id="12" name="Picture Placeholder 11">
            <a:extLst>
              <a:ext uri="{FF2B5EF4-FFF2-40B4-BE49-F238E27FC236}">
                <a16:creationId xmlns:a16="http://schemas.microsoft.com/office/drawing/2014/main" id="{8C140FD9-A97C-40A2-A8B8-84D503A3C4BD}"/>
              </a:ext>
            </a:extLst>
          </p:cNvPr>
          <p:cNvSpPr>
            <a:spLocks noGrp="1"/>
          </p:cNvSpPr>
          <p:nvPr>
            <p:ph type="pic" sz="quarter" idx="13"/>
          </p:nvPr>
        </p:nvSpPr>
        <p:spPr>
          <a:xfrm>
            <a:off x="566736" y="525463"/>
            <a:ext cx="4962526" cy="5807075"/>
          </a:xfrm>
        </p:spPr>
        <p:txBody>
          <a:bodyPr/>
          <a:lstStyle/>
          <a:p>
            <a:r>
              <a:rPr lang="en-US"/>
              <a:t>Click icon to add picture</a:t>
            </a:r>
            <a:endParaRPr lang="en-US" dirty="0"/>
          </a:p>
        </p:txBody>
      </p:sp>
      <p:cxnSp>
        <p:nvCxnSpPr>
          <p:cNvPr id="14" name="Straight Connector 13">
            <a:extLst>
              <a:ext uri="{FF2B5EF4-FFF2-40B4-BE49-F238E27FC236}">
                <a16:creationId xmlns:a16="http://schemas.microsoft.com/office/drawing/2014/main" id="{7A83CD18-0EF9-4AC6-87C8-0A5C8F9F2CA9}"/>
              </a:ext>
            </a:extLst>
          </p:cNvPr>
          <p:cNvCxnSpPr>
            <a:cxnSpLocks/>
          </p:cNvCxnSpPr>
          <p:nvPr userDrawn="1"/>
        </p:nvCxnSpPr>
        <p:spPr>
          <a:xfrm>
            <a:off x="6743700" y="1859273"/>
            <a:ext cx="0" cy="43605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16" name="Text Placeholder 2">
            <a:extLst>
              <a:ext uri="{FF2B5EF4-FFF2-40B4-BE49-F238E27FC236}">
                <a16:creationId xmlns:a16="http://schemas.microsoft.com/office/drawing/2014/main" id="{EB506012-914F-463E-9582-CE719EAD470E}"/>
              </a:ext>
            </a:extLst>
          </p:cNvPr>
          <p:cNvSpPr>
            <a:spLocks noGrp="1"/>
          </p:cNvSpPr>
          <p:nvPr>
            <p:ph type="body" idx="15"/>
          </p:nvPr>
        </p:nvSpPr>
        <p:spPr>
          <a:xfrm>
            <a:off x="7035800" y="1859273"/>
            <a:ext cx="4298950" cy="334668"/>
          </a:xfrm>
        </p:spPr>
        <p:txBody>
          <a:bodyPr>
            <a:noAutofit/>
          </a:bodyPr>
          <a:lstStyle>
            <a:lvl1pPr marL="0" indent="0">
              <a:buNone/>
              <a:defRPr sz="160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0" name="Text Placeholder 2">
            <a:extLst>
              <a:ext uri="{FF2B5EF4-FFF2-40B4-BE49-F238E27FC236}">
                <a16:creationId xmlns:a16="http://schemas.microsoft.com/office/drawing/2014/main" id="{3B07FC46-2A60-4E96-A309-C03E813082E8}"/>
              </a:ext>
            </a:extLst>
          </p:cNvPr>
          <p:cNvSpPr>
            <a:spLocks noGrp="1"/>
          </p:cNvSpPr>
          <p:nvPr>
            <p:ph type="body" idx="16"/>
          </p:nvPr>
        </p:nvSpPr>
        <p:spPr>
          <a:xfrm>
            <a:off x="7035800" y="3271768"/>
            <a:ext cx="4298950" cy="725701"/>
          </a:xfrm>
        </p:spPr>
        <p:txBody>
          <a:bodyPr>
            <a:normAutofit/>
          </a:bodyPr>
          <a:lstStyle>
            <a:lvl1pPr marL="0" indent="0">
              <a:lnSpc>
                <a:spcPts val="1700"/>
              </a:lnSpc>
              <a:buNone/>
              <a:defRPr sz="12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1" name="Text Placeholder 2">
            <a:extLst>
              <a:ext uri="{FF2B5EF4-FFF2-40B4-BE49-F238E27FC236}">
                <a16:creationId xmlns:a16="http://schemas.microsoft.com/office/drawing/2014/main" id="{70CB8BDA-C60A-4110-9D29-E59BA67AAD0C}"/>
              </a:ext>
            </a:extLst>
          </p:cNvPr>
          <p:cNvSpPr>
            <a:spLocks noGrp="1"/>
          </p:cNvSpPr>
          <p:nvPr>
            <p:ph type="body" idx="17"/>
          </p:nvPr>
        </p:nvSpPr>
        <p:spPr>
          <a:xfrm>
            <a:off x="7035800" y="2970450"/>
            <a:ext cx="4298950" cy="334668"/>
          </a:xfrm>
        </p:spPr>
        <p:txBody>
          <a:bodyPr>
            <a:noAutofit/>
          </a:bodyPr>
          <a:lstStyle>
            <a:lvl1pPr marL="0" indent="0">
              <a:buNone/>
              <a:defRPr sz="160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2" name="Text Placeholder 2">
            <a:extLst>
              <a:ext uri="{FF2B5EF4-FFF2-40B4-BE49-F238E27FC236}">
                <a16:creationId xmlns:a16="http://schemas.microsoft.com/office/drawing/2014/main" id="{7DB6CAB0-C8FA-4599-AB8C-A2AEED800C6B}"/>
              </a:ext>
            </a:extLst>
          </p:cNvPr>
          <p:cNvSpPr>
            <a:spLocks noGrp="1"/>
          </p:cNvSpPr>
          <p:nvPr>
            <p:ph type="body" idx="18"/>
          </p:nvPr>
        </p:nvSpPr>
        <p:spPr>
          <a:xfrm>
            <a:off x="7035800" y="4382945"/>
            <a:ext cx="4298950" cy="725701"/>
          </a:xfrm>
        </p:spPr>
        <p:txBody>
          <a:bodyPr>
            <a:normAutofit/>
          </a:bodyPr>
          <a:lstStyle>
            <a:lvl1pPr marL="0" indent="0">
              <a:lnSpc>
                <a:spcPts val="1700"/>
              </a:lnSpc>
              <a:buNone/>
              <a:defRPr sz="12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3" name="Text Placeholder 2">
            <a:extLst>
              <a:ext uri="{FF2B5EF4-FFF2-40B4-BE49-F238E27FC236}">
                <a16:creationId xmlns:a16="http://schemas.microsoft.com/office/drawing/2014/main" id="{7659D317-0B72-4047-84EB-EF154C96B979}"/>
              </a:ext>
            </a:extLst>
          </p:cNvPr>
          <p:cNvSpPr>
            <a:spLocks noGrp="1"/>
          </p:cNvSpPr>
          <p:nvPr>
            <p:ph type="body" idx="19"/>
          </p:nvPr>
        </p:nvSpPr>
        <p:spPr>
          <a:xfrm>
            <a:off x="7035800" y="4081627"/>
            <a:ext cx="4298950" cy="334668"/>
          </a:xfrm>
        </p:spPr>
        <p:txBody>
          <a:bodyPr>
            <a:noAutofit/>
          </a:bodyPr>
          <a:lstStyle>
            <a:lvl1pPr marL="0" indent="0">
              <a:buNone/>
              <a:defRPr sz="160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4" name="Text Placeholder 2">
            <a:extLst>
              <a:ext uri="{FF2B5EF4-FFF2-40B4-BE49-F238E27FC236}">
                <a16:creationId xmlns:a16="http://schemas.microsoft.com/office/drawing/2014/main" id="{802DCFFD-63E0-4E21-908F-7B3242F6AAB4}"/>
              </a:ext>
            </a:extLst>
          </p:cNvPr>
          <p:cNvSpPr>
            <a:spLocks noGrp="1"/>
          </p:cNvSpPr>
          <p:nvPr>
            <p:ph type="body" idx="20"/>
          </p:nvPr>
        </p:nvSpPr>
        <p:spPr>
          <a:xfrm>
            <a:off x="7035800" y="5494123"/>
            <a:ext cx="4298950" cy="725702"/>
          </a:xfrm>
        </p:spPr>
        <p:txBody>
          <a:bodyPr>
            <a:normAutofit/>
          </a:bodyPr>
          <a:lstStyle>
            <a:lvl1pPr marL="0" indent="0">
              <a:lnSpc>
                <a:spcPts val="1700"/>
              </a:lnSpc>
              <a:buNone/>
              <a:defRPr sz="12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5" name="Text Placeholder 2">
            <a:extLst>
              <a:ext uri="{FF2B5EF4-FFF2-40B4-BE49-F238E27FC236}">
                <a16:creationId xmlns:a16="http://schemas.microsoft.com/office/drawing/2014/main" id="{3A7E7A4C-470C-4831-907E-3338C5B817FD}"/>
              </a:ext>
            </a:extLst>
          </p:cNvPr>
          <p:cNvSpPr>
            <a:spLocks noGrp="1"/>
          </p:cNvSpPr>
          <p:nvPr>
            <p:ph type="body" idx="21"/>
          </p:nvPr>
        </p:nvSpPr>
        <p:spPr>
          <a:xfrm>
            <a:off x="7035800" y="5192805"/>
            <a:ext cx="4298950" cy="334668"/>
          </a:xfrm>
        </p:spPr>
        <p:txBody>
          <a:bodyPr>
            <a:noAutofit/>
          </a:bodyPr>
          <a:lstStyle>
            <a:lvl1pPr marL="0" indent="0">
              <a:buNone/>
              <a:defRPr sz="160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591659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 colum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p:txBody>
          <a:bodyPr/>
          <a:lstStyle>
            <a:lvl1pPr algn="ctr">
              <a:defRPr>
                <a:solidFill>
                  <a:schemeClr val="accent3"/>
                </a:solidFill>
              </a:defRPr>
            </a:lvl1pPr>
          </a:lstStyle>
          <a:p>
            <a:r>
              <a:rPr lang="en-US"/>
              <a:t>Click to edit Master title style</a:t>
            </a:r>
            <a:endParaRPr lang="en-ZA"/>
          </a:p>
        </p:txBody>
      </p:sp>
      <p:sp>
        <p:nvSpPr>
          <p:cNvPr id="6" name="Footer Placeholder 5">
            <a:extLst>
              <a:ext uri="{FF2B5EF4-FFF2-40B4-BE49-F238E27FC236}">
                <a16:creationId xmlns:a16="http://schemas.microsoft.com/office/drawing/2014/main" id="{29E5E346-F307-4307-949D-77CDB6E6577A}"/>
              </a:ext>
            </a:extLst>
          </p:cNvPr>
          <p:cNvSpPr>
            <a:spLocks noGrp="1"/>
          </p:cNvSpPr>
          <p:nvPr>
            <p:ph type="ftr" sz="quarter" idx="10"/>
          </p:nvPr>
        </p:nvSpPr>
        <p:spPr/>
        <p:txBody>
          <a:bodyPr/>
          <a:lstStyle>
            <a:lvl1pPr>
              <a:defRPr>
                <a:solidFill>
                  <a:schemeClr val="accent3">
                    <a:lumMod val="60000"/>
                    <a:lumOff val="40000"/>
                  </a:schemeClr>
                </a:solidFill>
              </a:defRPr>
            </a:lvl1pPr>
          </a:lstStyle>
          <a:p>
            <a:r>
              <a:rPr lang="en-ZA" dirty="0"/>
              <a:t>Pitch deck</a:t>
            </a:r>
          </a:p>
        </p:txBody>
      </p:sp>
      <p:sp>
        <p:nvSpPr>
          <p:cNvPr id="7" name="Slide Number Placeholder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a:lstStyle>
            <a:lvl1pPr>
              <a:defRPr>
                <a:solidFill>
                  <a:schemeClr val="accent3">
                    <a:lumMod val="60000"/>
                    <a:lumOff val="40000"/>
                  </a:schemeClr>
                </a:solidFill>
              </a:defRPr>
            </a:lvl1pPr>
          </a:lstStyle>
          <a:p>
            <a:fld id="{19B51A1E-902D-48AF-9020-955120F399B6}" type="slidenum">
              <a:rPr lang="en-ZA" smtClean="0"/>
              <a:pPr/>
              <a:t>‹#›</a:t>
            </a:fld>
            <a:endParaRPr lang="en-ZA" dirty="0"/>
          </a:p>
        </p:txBody>
      </p:sp>
      <p:sp>
        <p:nvSpPr>
          <p:cNvPr id="9" name="Text Placeholder 8">
            <a:extLst>
              <a:ext uri="{FF2B5EF4-FFF2-40B4-BE49-F238E27FC236}">
                <a16:creationId xmlns:a16="http://schemas.microsoft.com/office/drawing/2014/main" id="{07F18567-9326-411F-BA8D-561D58C7DD91}"/>
              </a:ext>
            </a:extLst>
          </p:cNvPr>
          <p:cNvSpPr>
            <a:spLocks noGrp="1"/>
          </p:cNvSpPr>
          <p:nvPr>
            <p:ph type="body" sz="quarter" idx="33" hasCustomPrompt="1"/>
          </p:nvPr>
        </p:nvSpPr>
        <p:spPr>
          <a:xfrm>
            <a:off x="981075" y="3971432"/>
            <a:ext cx="1980000" cy="360000"/>
          </a:xfrm>
        </p:spPr>
        <p:txBody>
          <a:bodyPr/>
          <a:lstStyle>
            <a:lvl1pPr marL="0" indent="0" algn="ctr">
              <a:buFont typeface="Arial" panose="020B0604020202020204" pitchFamily="34" charset="0"/>
              <a:buNone/>
              <a:defRPr sz="1800">
                <a:solidFill>
                  <a:schemeClr val="accent3"/>
                </a:solidFill>
                <a:latin typeface="+mj-lt"/>
              </a:defRPr>
            </a:lvl1pPr>
          </a:lstStyle>
          <a:p>
            <a:pPr lvl="0"/>
            <a:r>
              <a:rPr lang="en-US"/>
              <a:t>Bullet 1</a:t>
            </a:r>
            <a:endParaRPr lang="en-ZA"/>
          </a:p>
        </p:txBody>
      </p:sp>
      <p:sp>
        <p:nvSpPr>
          <p:cNvPr id="10" name="Text Placeholder 10">
            <a:extLst>
              <a:ext uri="{FF2B5EF4-FFF2-40B4-BE49-F238E27FC236}">
                <a16:creationId xmlns:a16="http://schemas.microsoft.com/office/drawing/2014/main" id="{39809F78-EA1B-4C23-A53E-7DE8B4A6AE1D}"/>
              </a:ext>
            </a:extLst>
          </p:cNvPr>
          <p:cNvSpPr>
            <a:spLocks noGrp="1"/>
          </p:cNvSpPr>
          <p:nvPr>
            <p:ph type="body" sz="quarter" idx="34" hasCustomPrompt="1"/>
          </p:nvPr>
        </p:nvSpPr>
        <p:spPr>
          <a:xfrm>
            <a:off x="981075" y="4644390"/>
            <a:ext cx="1980000" cy="1490080"/>
          </a:xfrm>
        </p:spPr>
        <p:txBody>
          <a:bodyPr>
            <a:normAutofit/>
          </a:bodyPr>
          <a:lstStyle>
            <a:lvl1pPr marL="0" indent="0" algn="ctr">
              <a:lnSpc>
                <a:spcPts val="1700"/>
              </a:lnSpc>
              <a:buNone/>
              <a:defRPr sz="1200">
                <a:solidFill>
                  <a:schemeClr val="accent3"/>
                </a:solidFill>
              </a:defRPr>
            </a:lvl1pPr>
          </a:lstStyle>
          <a:p>
            <a:pPr lvl="0"/>
            <a:r>
              <a:rPr lang="en-US" dirty="0"/>
              <a:t>Bullet Description</a:t>
            </a:r>
            <a:endParaRPr lang="en-ZA" dirty="0"/>
          </a:p>
        </p:txBody>
      </p:sp>
      <p:sp>
        <p:nvSpPr>
          <p:cNvPr id="11" name="Text Placeholder 8">
            <a:extLst>
              <a:ext uri="{FF2B5EF4-FFF2-40B4-BE49-F238E27FC236}">
                <a16:creationId xmlns:a16="http://schemas.microsoft.com/office/drawing/2014/main" id="{97E7DC10-1618-471B-9441-C640C7FEDD37}"/>
              </a:ext>
            </a:extLst>
          </p:cNvPr>
          <p:cNvSpPr>
            <a:spLocks noGrp="1"/>
          </p:cNvSpPr>
          <p:nvPr>
            <p:ph type="body" sz="quarter" idx="35" hasCustomPrompt="1"/>
          </p:nvPr>
        </p:nvSpPr>
        <p:spPr>
          <a:xfrm>
            <a:off x="3731025" y="3971432"/>
            <a:ext cx="1980000" cy="360000"/>
          </a:xfrm>
        </p:spPr>
        <p:txBody>
          <a:bodyPr/>
          <a:lstStyle>
            <a:lvl1pPr marL="0" indent="0" algn="ctr">
              <a:buFont typeface="Arial" panose="020B0604020202020204" pitchFamily="34" charset="0"/>
              <a:buNone/>
              <a:defRPr sz="1800">
                <a:solidFill>
                  <a:schemeClr val="accent3"/>
                </a:solidFill>
                <a:latin typeface="+mj-lt"/>
              </a:defRPr>
            </a:lvl1pPr>
          </a:lstStyle>
          <a:p>
            <a:pPr lvl="0"/>
            <a:r>
              <a:rPr lang="en-US"/>
              <a:t>Bullet 2</a:t>
            </a:r>
            <a:endParaRPr lang="en-ZA"/>
          </a:p>
        </p:txBody>
      </p:sp>
      <p:sp>
        <p:nvSpPr>
          <p:cNvPr id="12" name="Text Placeholder 10">
            <a:extLst>
              <a:ext uri="{FF2B5EF4-FFF2-40B4-BE49-F238E27FC236}">
                <a16:creationId xmlns:a16="http://schemas.microsoft.com/office/drawing/2014/main" id="{20AEB661-858B-44C9-9484-E540E04AD365}"/>
              </a:ext>
            </a:extLst>
          </p:cNvPr>
          <p:cNvSpPr>
            <a:spLocks noGrp="1"/>
          </p:cNvSpPr>
          <p:nvPr>
            <p:ph type="body" sz="quarter" idx="36" hasCustomPrompt="1"/>
          </p:nvPr>
        </p:nvSpPr>
        <p:spPr>
          <a:xfrm>
            <a:off x="3731025" y="4644390"/>
            <a:ext cx="1980000" cy="1490080"/>
          </a:xfrm>
        </p:spPr>
        <p:txBody>
          <a:bodyPr>
            <a:normAutofit/>
          </a:bodyPr>
          <a:lstStyle>
            <a:lvl1pPr marL="0" indent="0" algn="ctr">
              <a:lnSpc>
                <a:spcPts val="1700"/>
              </a:lnSpc>
              <a:buNone/>
              <a:defRPr sz="1200">
                <a:solidFill>
                  <a:schemeClr val="accent3"/>
                </a:solidFill>
              </a:defRPr>
            </a:lvl1pPr>
          </a:lstStyle>
          <a:p>
            <a:pPr lvl="0"/>
            <a:r>
              <a:rPr lang="en-US"/>
              <a:t>Bullet Description</a:t>
            </a:r>
            <a:endParaRPr lang="en-ZA"/>
          </a:p>
        </p:txBody>
      </p:sp>
      <p:sp>
        <p:nvSpPr>
          <p:cNvPr id="13" name="Text Placeholder 8">
            <a:extLst>
              <a:ext uri="{FF2B5EF4-FFF2-40B4-BE49-F238E27FC236}">
                <a16:creationId xmlns:a16="http://schemas.microsoft.com/office/drawing/2014/main" id="{FDB26B40-5901-4EF0-BCF0-55677E28B176}"/>
              </a:ext>
            </a:extLst>
          </p:cNvPr>
          <p:cNvSpPr>
            <a:spLocks noGrp="1"/>
          </p:cNvSpPr>
          <p:nvPr>
            <p:ph type="body" sz="quarter" idx="37" hasCustomPrompt="1"/>
          </p:nvPr>
        </p:nvSpPr>
        <p:spPr>
          <a:xfrm>
            <a:off x="6480975" y="3971432"/>
            <a:ext cx="1980000" cy="360000"/>
          </a:xfrm>
        </p:spPr>
        <p:txBody>
          <a:bodyPr/>
          <a:lstStyle>
            <a:lvl1pPr marL="0" indent="0" algn="ctr">
              <a:buFont typeface="Arial" panose="020B0604020202020204" pitchFamily="34" charset="0"/>
              <a:buNone/>
              <a:defRPr sz="1800">
                <a:solidFill>
                  <a:schemeClr val="accent3"/>
                </a:solidFill>
                <a:latin typeface="+mj-lt"/>
              </a:defRPr>
            </a:lvl1pPr>
          </a:lstStyle>
          <a:p>
            <a:pPr lvl="0"/>
            <a:r>
              <a:rPr lang="en-US"/>
              <a:t>Bullet 3</a:t>
            </a:r>
            <a:endParaRPr lang="en-ZA"/>
          </a:p>
        </p:txBody>
      </p:sp>
      <p:sp>
        <p:nvSpPr>
          <p:cNvPr id="14" name="Text Placeholder 10">
            <a:extLst>
              <a:ext uri="{FF2B5EF4-FFF2-40B4-BE49-F238E27FC236}">
                <a16:creationId xmlns:a16="http://schemas.microsoft.com/office/drawing/2014/main" id="{CCEAE0AB-74EC-4097-A534-A578F1097938}"/>
              </a:ext>
            </a:extLst>
          </p:cNvPr>
          <p:cNvSpPr>
            <a:spLocks noGrp="1"/>
          </p:cNvSpPr>
          <p:nvPr>
            <p:ph type="body" sz="quarter" idx="38" hasCustomPrompt="1"/>
          </p:nvPr>
        </p:nvSpPr>
        <p:spPr>
          <a:xfrm>
            <a:off x="6480975" y="4644390"/>
            <a:ext cx="1980000" cy="1490080"/>
          </a:xfrm>
        </p:spPr>
        <p:txBody>
          <a:bodyPr>
            <a:normAutofit/>
          </a:bodyPr>
          <a:lstStyle>
            <a:lvl1pPr marL="0" indent="0" algn="ctr">
              <a:lnSpc>
                <a:spcPts val="1700"/>
              </a:lnSpc>
              <a:buNone/>
              <a:defRPr sz="1200">
                <a:solidFill>
                  <a:schemeClr val="accent3"/>
                </a:solidFill>
              </a:defRPr>
            </a:lvl1pPr>
          </a:lstStyle>
          <a:p>
            <a:pPr lvl="0"/>
            <a:r>
              <a:rPr lang="en-US"/>
              <a:t>Bullet Description</a:t>
            </a:r>
            <a:endParaRPr lang="en-ZA"/>
          </a:p>
        </p:txBody>
      </p:sp>
      <p:sp>
        <p:nvSpPr>
          <p:cNvPr id="16" name="Content Placeholder 15">
            <a:extLst>
              <a:ext uri="{FF2B5EF4-FFF2-40B4-BE49-F238E27FC236}">
                <a16:creationId xmlns:a16="http://schemas.microsoft.com/office/drawing/2014/main" id="{FF934EF9-BF0B-4A73-8F03-1BA80EE0608B}"/>
              </a:ext>
            </a:extLst>
          </p:cNvPr>
          <p:cNvSpPr>
            <a:spLocks noGrp="1"/>
          </p:cNvSpPr>
          <p:nvPr>
            <p:ph sz="quarter" idx="46"/>
          </p:nvPr>
        </p:nvSpPr>
        <p:spPr>
          <a:xfrm>
            <a:off x="1227175" y="2209231"/>
            <a:ext cx="1487800" cy="1487801"/>
          </a:xfrm>
        </p:spPr>
        <p:txBody>
          <a:bodyPr/>
          <a:lstStyle>
            <a:lvl1pPr marL="0" indent="0">
              <a:buNone/>
              <a:defRPr>
                <a:solidFill>
                  <a:schemeClr val="accent3"/>
                </a:solidFill>
              </a:defRPr>
            </a:lvl1pPr>
          </a:lstStyle>
          <a:p>
            <a:pPr lvl="0"/>
            <a:r>
              <a:rPr lang="en-US"/>
              <a:t>Click to edit Master text styles</a:t>
            </a:r>
          </a:p>
        </p:txBody>
      </p:sp>
      <p:sp>
        <p:nvSpPr>
          <p:cNvPr id="21" name="Text Placeholder 8">
            <a:extLst>
              <a:ext uri="{FF2B5EF4-FFF2-40B4-BE49-F238E27FC236}">
                <a16:creationId xmlns:a16="http://schemas.microsoft.com/office/drawing/2014/main" id="{4182E807-0C2E-4BC5-BF7E-526F4625C965}"/>
              </a:ext>
            </a:extLst>
          </p:cNvPr>
          <p:cNvSpPr>
            <a:spLocks noGrp="1"/>
          </p:cNvSpPr>
          <p:nvPr>
            <p:ph type="body" sz="quarter" idx="47" hasCustomPrompt="1"/>
          </p:nvPr>
        </p:nvSpPr>
        <p:spPr>
          <a:xfrm>
            <a:off x="9184088" y="3971432"/>
            <a:ext cx="1980000" cy="360000"/>
          </a:xfrm>
        </p:spPr>
        <p:txBody>
          <a:bodyPr/>
          <a:lstStyle>
            <a:lvl1pPr marL="0" indent="0" algn="ctr">
              <a:buFont typeface="Arial" panose="020B0604020202020204" pitchFamily="34" charset="0"/>
              <a:buNone/>
              <a:defRPr sz="1800">
                <a:solidFill>
                  <a:schemeClr val="accent3"/>
                </a:solidFill>
                <a:latin typeface="+mj-lt"/>
              </a:defRPr>
            </a:lvl1pPr>
          </a:lstStyle>
          <a:p>
            <a:pPr lvl="0"/>
            <a:r>
              <a:rPr lang="en-US"/>
              <a:t>Bullet 4</a:t>
            </a:r>
            <a:endParaRPr lang="en-ZA"/>
          </a:p>
        </p:txBody>
      </p:sp>
      <p:sp>
        <p:nvSpPr>
          <p:cNvPr id="22" name="Text Placeholder 10">
            <a:extLst>
              <a:ext uri="{FF2B5EF4-FFF2-40B4-BE49-F238E27FC236}">
                <a16:creationId xmlns:a16="http://schemas.microsoft.com/office/drawing/2014/main" id="{8B21E869-F893-4182-B4C9-9C6D4C1E7093}"/>
              </a:ext>
            </a:extLst>
          </p:cNvPr>
          <p:cNvSpPr>
            <a:spLocks noGrp="1"/>
          </p:cNvSpPr>
          <p:nvPr>
            <p:ph type="body" sz="quarter" idx="48" hasCustomPrompt="1"/>
          </p:nvPr>
        </p:nvSpPr>
        <p:spPr>
          <a:xfrm>
            <a:off x="9184087" y="4644390"/>
            <a:ext cx="1980000" cy="1490080"/>
          </a:xfrm>
        </p:spPr>
        <p:txBody>
          <a:bodyPr>
            <a:normAutofit/>
          </a:bodyPr>
          <a:lstStyle>
            <a:lvl1pPr marL="0" indent="0" algn="ctr">
              <a:lnSpc>
                <a:spcPts val="1700"/>
              </a:lnSpc>
              <a:buNone/>
              <a:defRPr sz="1200">
                <a:solidFill>
                  <a:schemeClr val="accent3"/>
                </a:solidFill>
              </a:defRPr>
            </a:lvl1pPr>
          </a:lstStyle>
          <a:p>
            <a:pPr lvl="0"/>
            <a:r>
              <a:rPr lang="en-US"/>
              <a:t>Bullet Description</a:t>
            </a:r>
            <a:endParaRPr lang="en-ZA"/>
          </a:p>
        </p:txBody>
      </p:sp>
      <p:sp>
        <p:nvSpPr>
          <p:cNvPr id="23" name="Content Placeholder 15">
            <a:extLst>
              <a:ext uri="{FF2B5EF4-FFF2-40B4-BE49-F238E27FC236}">
                <a16:creationId xmlns:a16="http://schemas.microsoft.com/office/drawing/2014/main" id="{B86A7EE6-1FE6-48B5-8747-AB276F95128F}"/>
              </a:ext>
            </a:extLst>
          </p:cNvPr>
          <p:cNvSpPr>
            <a:spLocks noGrp="1"/>
          </p:cNvSpPr>
          <p:nvPr>
            <p:ph sz="quarter" idx="49"/>
          </p:nvPr>
        </p:nvSpPr>
        <p:spPr>
          <a:xfrm>
            <a:off x="3977125" y="2209231"/>
            <a:ext cx="1487800" cy="1487801"/>
          </a:xfrm>
        </p:spPr>
        <p:txBody>
          <a:bodyPr/>
          <a:lstStyle>
            <a:lvl1pPr marL="0" indent="0">
              <a:buNone/>
              <a:defRPr>
                <a:solidFill>
                  <a:schemeClr val="accent3"/>
                </a:solidFill>
              </a:defRPr>
            </a:lvl1pPr>
          </a:lstStyle>
          <a:p>
            <a:pPr lvl="0"/>
            <a:r>
              <a:rPr lang="en-US"/>
              <a:t>Click to edit Master text styles</a:t>
            </a:r>
          </a:p>
        </p:txBody>
      </p:sp>
      <p:sp>
        <p:nvSpPr>
          <p:cNvPr id="24" name="Content Placeholder 15">
            <a:extLst>
              <a:ext uri="{FF2B5EF4-FFF2-40B4-BE49-F238E27FC236}">
                <a16:creationId xmlns:a16="http://schemas.microsoft.com/office/drawing/2014/main" id="{5C937C49-EB73-4979-B8CF-CACF0EA242DA}"/>
              </a:ext>
            </a:extLst>
          </p:cNvPr>
          <p:cNvSpPr>
            <a:spLocks noGrp="1"/>
          </p:cNvSpPr>
          <p:nvPr>
            <p:ph sz="quarter" idx="50"/>
          </p:nvPr>
        </p:nvSpPr>
        <p:spPr>
          <a:xfrm>
            <a:off x="6727075" y="2209231"/>
            <a:ext cx="1487800" cy="1487801"/>
          </a:xfrm>
        </p:spPr>
        <p:txBody>
          <a:bodyPr/>
          <a:lstStyle>
            <a:lvl1pPr marL="0" indent="0">
              <a:buNone/>
              <a:defRPr>
                <a:solidFill>
                  <a:schemeClr val="accent3"/>
                </a:solidFill>
              </a:defRPr>
            </a:lvl1pPr>
          </a:lstStyle>
          <a:p>
            <a:pPr lvl="0"/>
            <a:r>
              <a:rPr lang="en-US"/>
              <a:t>Click to edit Master text styles</a:t>
            </a:r>
          </a:p>
        </p:txBody>
      </p:sp>
      <p:sp>
        <p:nvSpPr>
          <p:cNvPr id="25" name="Content Placeholder 15">
            <a:extLst>
              <a:ext uri="{FF2B5EF4-FFF2-40B4-BE49-F238E27FC236}">
                <a16:creationId xmlns:a16="http://schemas.microsoft.com/office/drawing/2014/main" id="{5B5AE825-32F0-4FF5-AD58-C846CFE482B5}"/>
              </a:ext>
            </a:extLst>
          </p:cNvPr>
          <p:cNvSpPr>
            <a:spLocks noGrp="1"/>
          </p:cNvSpPr>
          <p:nvPr>
            <p:ph sz="quarter" idx="51"/>
          </p:nvPr>
        </p:nvSpPr>
        <p:spPr>
          <a:xfrm>
            <a:off x="9430188" y="2209231"/>
            <a:ext cx="1487800" cy="1487801"/>
          </a:xfrm>
        </p:spPr>
        <p:txBody>
          <a:bodyPr/>
          <a:lstStyle>
            <a:lvl1pPr marL="0" indent="0">
              <a:buNone/>
              <a:defRPr>
                <a:solidFill>
                  <a:schemeClr val="accent3"/>
                </a:solidFill>
              </a:defRPr>
            </a:lvl1pPr>
          </a:lstStyle>
          <a:p>
            <a:pPr lvl="0"/>
            <a:r>
              <a:rPr lang="en-US"/>
              <a:t>Click to edit Master text styles</a:t>
            </a:r>
          </a:p>
        </p:txBody>
      </p:sp>
      <p:cxnSp>
        <p:nvCxnSpPr>
          <p:cNvPr id="26" name="Straight Connector 25">
            <a:extLst>
              <a:ext uri="{FF2B5EF4-FFF2-40B4-BE49-F238E27FC236}">
                <a16:creationId xmlns:a16="http://schemas.microsoft.com/office/drawing/2014/main" id="{C2FC193C-7F61-40CA-B97F-DE9D338DC965}"/>
              </a:ext>
            </a:extLst>
          </p:cNvPr>
          <p:cNvCxnSpPr>
            <a:cxnSpLocks/>
          </p:cNvCxnSpPr>
          <p:nvPr userDrawn="1"/>
        </p:nvCxnSpPr>
        <p:spPr>
          <a:xfrm>
            <a:off x="1513875" y="3712844"/>
            <a:ext cx="9144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D86C94F-FF53-46BA-B125-57E5D572D064}"/>
              </a:ext>
            </a:extLst>
          </p:cNvPr>
          <p:cNvCxnSpPr>
            <a:cxnSpLocks/>
          </p:cNvCxnSpPr>
          <p:nvPr userDrawn="1"/>
        </p:nvCxnSpPr>
        <p:spPr>
          <a:xfrm>
            <a:off x="4248911" y="3712844"/>
            <a:ext cx="9144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FC882BF-032B-4B67-AF3E-CF79FBCC4FD4}"/>
              </a:ext>
            </a:extLst>
          </p:cNvPr>
          <p:cNvCxnSpPr>
            <a:cxnSpLocks/>
          </p:cNvCxnSpPr>
          <p:nvPr userDrawn="1"/>
        </p:nvCxnSpPr>
        <p:spPr>
          <a:xfrm>
            <a:off x="6983947" y="3712844"/>
            <a:ext cx="9144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5750C30-59A4-4345-B670-0030A6828B14}"/>
              </a:ext>
            </a:extLst>
          </p:cNvPr>
          <p:cNvCxnSpPr>
            <a:cxnSpLocks/>
          </p:cNvCxnSpPr>
          <p:nvPr userDrawn="1"/>
        </p:nvCxnSpPr>
        <p:spPr>
          <a:xfrm>
            <a:off x="9718983" y="3712844"/>
            <a:ext cx="9144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pic>
        <p:nvPicPr>
          <p:cNvPr id="34" name="Picture 33" descr="A picture containing outdoor, sky, nature, dune&#10;&#10;Description automatically generated">
            <a:extLst>
              <a:ext uri="{FF2B5EF4-FFF2-40B4-BE49-F238E27FC236}">
                <a16:creationId xmlns:a16="http://schemas.microsoft.com/office/drawing/2014/main" id="{3E2CAEA6-2840-4C2D-B6E2-A17A0A9F065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304800" cy="6858000"/>
          </a:xfrm>
          <a:prstGeom prst="rect">
            <a:avLst/>
          </a:prstGeom>
        </p:spPr>
      </p:pic>
      <p:pic>
        <p:nvPicPr>
          <p:cNvPr id="36" name="Picture 35" descr="A picture containing outdoor, sky, nature, dune&#10;&#10;Description automatically generated">
            <a:extLst>
              <a:ext uri="{FF2B5EF4-FFF2-40B4-BE49-F238E27FC236}">
                <a16:creationId xmlns:a16="http://schemas.microsoft.com/office/drawing/2014/main" id="{7C270418-FBBE-4523-812C-440495951DA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1887200" y="0"/>
            <a:ext cx="304800" cy="6858000"/>
          </a:xfrm>
          <a:prstGeom prst="rect">
            <a:avLst/>
          </a:prstGeom>
        </p:spPr>
      </p:pic>
      <p:sp>
        <p:nvSpPr>
          <p:cNvPr id="37" name="Date Placeholder 3">
            <a:extLst>
              <a:ext uri="{FF2B5EF4-FFF2-40B4-BE49-F238E27FC236}">
                <a16:creationId xmlns:a16="http://schemas.microsoft.com/office/drawing/2014/main" id="{4F3022F7-3702-4466-9986-D2645E60F2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accent3">
                    <a:lumMod val="60000"/>
                    <a:lumOff val="40000"/>
                  </a:schemeClr>
                </a:solidFill>
              </a:defRPr>
            </a:lvl1pPr>
          </a:lstStyle>
          <a:p>
            <a:r>
              <a:rPr lang="en-US"/>
              <a:t>6/22/20XX</a:t>
            </a:r>
            <a:endParaRPr lang="en-US" dirty="0"/>
          </a:p>
        </p:txBody>
      </p:sp>
    </p:spTree>
    <p:extLst>
      <p:ext uri="{BB962C8B-B14F-4D97-AF65-F5344CB8AC3E}">
        <p14:creationId xmlns:p14="http://schemas.microsoft.com/office/powerpoint/2010/main" val="27152369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 content">
    <p:bg>
      <p:bgPr>
        <a:solidFill>
          <a:schemeClr val="accent2"/>
        </a:solidFill>
        <a:effectLst/>
      </p:bgPr>
    </p:bg>
    <p:spTree>
      <p:nvGrpSpPr>
        <p:cNvPr id="1" name=""/>
        <p:cNvGrpSpPr/>
        <p:nvPr/>
      </p:nvGrpSpPr>
      <p:grpSpPr>
        <a:xfrm>
          <a:off x="0" y="0"/>
          <a:ext cx="0" cy="0"/>
          <a:chOff x="0" y="0"/>
          <a:chExt cx="0" cy="0"/>
        </a:xfrm>
      </p:grpSpPr>
      <p:pic>
        <p:nvPicPr>
          <p:cNvPr id="9" name="Picture 8" descr="A body of water with trees around it&#10;&#10;Description automatically generated with medium confidence">
            <a:extLst>
              <a:ext uri="{FF2B5EF4-FFF2-40B4-BE49-F238E27FC236}">
                <a16:creationId xmlns:a16="http://schemas.microsoft.com/office/drawing/2014/main" id="{4FA989F3-E380-4D92-BD33-21366C4663E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581400" y="0"/>
            <a:ext cx="5029200" cy="6858000"/>
          </a:xfrm>
          <a:prstGeom prst="rect">
            <a:avLst/>
          </a:prstGeom>
        </p:spPr>
      </p:pic>
      <p:sp>
        <p:nvSpPr>
          <p:cNvPr id="11" name="Picture Placeholder 10">
            <a:extLst>
              <a:ext uri="{FF2B5EF4-FFF2-40B4-BE49-F238E27FC236}">
                <a16:creationId xmlns:a16="http://schemas.microsoft.com/office/drawing/2014/main" id="{E97333B9-F523-4307-B469-F66B0C6E9D6E}"/>
              </a:ext>
            </a:extLst>
          </p:cNvPr>
          <p:cNvSpPr>
            <a:spLocks noGrp="1"/>
          </p:cNvSpPr>
          <p:nvPr>
            <p:ph type="pic" sz="quarter" idx="13"/>
          </p:nvPr>
        </p:nvSpPr>
        <p:spPr>
          <a:xfrm>
            <a:off x="4038600" y="508000"/>
            <a:ext cx="4114800" cy="5842000"/>
          </a:xfrm>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A1F8C642-49FB-4E16-A3A0-B2ACBEABFFD6}"/>
              </a:ext>
            </a:extLst>
          </p:cNvPr>
          <p:cNvSpPr>
            <a:spLocks noGrp="1"/>
          </p:cNvSpPr>
          <p:nvPr>
            <p:ph type="title"/>
          </p:nvPr>
        </p:nvSpPr>
        <p:spPr>
          <a:xfrm>
            <a:off x="838200" y="365125"/>
            <a:ext cx="10515600" cy="1325563"/>
          </a:xfrm>
        </p:spPr>
        <p:txBody>
          <a:bodyPr/>
          <a:lstStyle>
            <a:lvl1pPr algn="ctr">
              <a:defRPr>
                <a:solidFill>
                  <a:schemeClr val="accent1"/>
                </a:solidFill>
              </a:defRPr>
            </a:lvl1pPr>
          </a:lstStyle>
          <a:p>
            <a:r>
              <a:rPr lang="en-US"/>
              <a:t>Click to edit Master title style</a:t>
            </a:r>
          </a:p>
        </p:txBody>
      </p:sp>
      <p:sp>
        <p:nvSpPr>
          <p:cNvPr id="12" name="Text Placeholder 8">
            <a:extLst>
              <a:ext uri="{FF2B5EF4-FFF2-40B4-BE49-F238E27FC236}">
                <a16:creationId xmlns:a16="http://schemas.microsoft.com/office/drawing/2014/main" id="{D42CD466-114C-48B9-82B3-DC830491B351}"/>
              </a:ext>
            </a:extLst>
          </p:cNvPr>
          <p:cNvSpPr>
            <a:spLocks noGrp="1"/>
          </p:cNvSpPr>
          <p:nvPr>
            <p:ph type="body" sz="quarter" idx="33" hasCustomPrompt="1"/>
          </p:nvPr>
        </p:nvSpPr>
        <p:spPr>
          <a:xfrm>
            <a:off x="496500" y="2704606"/>
            <a:ext cx="2589600" cy="360000"/>
          </a:xfrm>
        </p:spPr>
        <p:txBody>
          <a:bodyPr/>
          <a:lstStyle>
            <a:lvl1pPr marL="0" indent="0" algn="ctr">
              <a:buFont typeface="Arial" panose="020B0604020202020204" pitchFamily="34" charset="0"/>
              <a:buNone/>
              <a:defRPr sz="1800">
                <a:solidFill>
                  <a:schemeClr val="accent1"/>
                </a:solidFill>
                <a:latin typeface="+mj-lt"/>
              </a:defRPr>
            </a:lvl1pPr>
          </a:lstStyle>
          <a:p>
            <a:pPr lvl="0"/>
            <a:r>
              <a:rPr lang="en-US"/>
              <a:t>Bullet 1</a:t>
            </a:r>
            <a:endParaRPr lang="en-ZA"/>
          </a:p>
        </p:txBody>
      </p:sp>
      <p:sp>
        <p:nvSpPr>
          <p:cNvPr id="13" name="Text Placeholder 10">
            <a:extLst>
              <a:ext uri="{FF2B5EF4-FFF2-40B4-BE49-F238E27FC236}">
                <a16:creationId xmlns:a16="http://schemas.microsoft.com/office/drawing/2014/main" id="{51758243-C023-46F4-AA0D-115263FADCFC}"/>
              </a:ext>
            </a:extLst>
          </p:cNvPr>
          <p:cNvSpPr>
            <a:spLocks noGrp="1"/>
          </p:cNvSpPr>
          <p:nvPr>
            <p:ph type="body" sz="quarter" idx="34" hasCustomPrompt="1"/>
          </p:nvPr>
        </p:nvSpPr>
        <p:spPr>
          <a:xfrm>
            <a:off x="496500" y="3128324"/>
            <a:ext cx="2589600" cy="861420"/>
          </a:xfrm>
        </p:spPr>
        <p:txBody>
          <a:bodyPr>
            <a:normAutofit/>
          </a:bodyPr>
          <a:lstStyle>
            <a:lvl1pPr marL="0" indent="0" algn="ctr">
              <a:lnSpc>
                <a:spcPts val="1700"/>
              </a:lnSpc>
              <a:buNone/>
              <a:defRPr sz="1200">
                <a:solidFill>
                  <a:schemeClr val="accent1"/>
                </a:solidFill>
              </a:defRPr>
            </a:lvl1pPr>
          </a:lstStyle>
          <a:p>
            <a:pPr lvl="0"/>
            <a:r>
              <a:rPr lang="en-US" dirty="0"/>
              <a:t>Bullet Description</a:t>
            </a:r>
            <a:endParaRPr lang="en-ZA" dirty="0"/>
          </a:p>
        </p:txBody>
      </p:sp>
      <p:sp>
        <p:nvSpPr>
          <p:cNvPr id="15" name="Text Placeholder 8">
            <a:extLst>
              <a:ext uri="{FF2B5EF4-FFF2-40B4-BE49-F238E27FC236}">
                <a16:creationId xmlns:a16="http://schemas.microsoft.com/office/drawing/2014/main" id="{6CE54372-39E4-429B-909F-1B393078547E}"/>
              </a:ext>
            </a:extLst>
          </p:cNvPr>
          <p:cNvSpPr>
            <a:spLocks noGrp="1"/>
          </p:cNvSpPr>
          <p:nvPr>
            <p:ph type="body" sz="quarter" idx="35" hasCustomPrompt="1"/>
          </p:nvPr>
        </p:nvSpPr>
        <p:spPr>
          <a:xfrm>
            <a:off x="496500" y="4530478"/>
            <a:ext cx="2589600" cy="360000"/>
          </a:xfrm>
        </p:spPr>
        <p:txBody>
          <a:bodyPr/>
          <a:lstStyle>
            <a:lvl1pPr marL="0" indent="0" algn="ctr">
              <a:buFont typeface="Arial" panose="020B0604020202020204" pitchFamily="34" charset="0"/>
              <a:buNone/>
              <a:defRPr sz="1800">
                <a:solidFill>
                  <a:schemeClr val="accent1"/>
                </a:solidFill>
                <a:latin typeface="+mj-lt"/>
              </a:defRPr>
            </a:lvl1pPr>
          </a:lstStyle>
          <a:p>
            <a:pPr lvl="0"/>
            <a:r>
              <a:rPr lang="en-US"/>
              <a:t>Bullet 3</a:t>
            </a:r>
            <a:endParaRPr lang="en-ZA"/>
          </a:p>
        </p:txBody>
      </p:sp>
      <p:sp>
        <p:nvSpPr>
          <p:cNvPr id="16" name="Text Placeholder 10">
            <a:extLst>
              <a:ext uri="{FF2B5EF4-FFF2-40B4-BE49-F238E27FC236}">
                <a16:creationId xmlns:a16="http://schemas.microsoft.com/office/drawing/2014/main" id="{180615B5-AB0C-4460-96CC-11C15E7D74F1}"/>
              </a:ext>
            </a:extLst>
          </p:cNvPr>
          <p:cNvSpPr>
            <a:spLocks noGrp="1"/>
          </p:cNvSpPr>
          <p:nvPr>
            <p:ph type="body" sz="quarter" idx="36" hasCustomPrompt="1"/>
          </p:nvPr>
        </p:nvSpPr>
        <p:spPr>
          <a:xfrm>
            <a:off x="496500" y="4954196"/>
            <a:ext cx="2589600" cy="861420"/>
          </a:xfrm>
        </p:spPr>
        <p:txBody>
          <a:bodyPr>
            <a:normAutofit/>
          </a:bodyPr>
          <a:lstStyle>
            <a:lvl1pPr marL="0" indent="0" algn="ctr">
              <a:lnSpc>
                <a:spcPts val="1700"/>
              </a:lnSpc>
              <a:buNone/>
              <a:defRPr sz="1200">
                <a:solidFill>
                  <a:schemeClr val="accent1"/>
                </a:solidFill>
              </a:defRPr>
            </a:lvl1pPr>
          </a:lstStyle>
          <a:p>
            <a:pPr lvl="0"/>
            <a:r>
              <a:rPr lang="en-US"/>
              <a:t>Bullet Description</a:t>
            </a:r>
            <a:endParaRPr lang="en-ZA"/>
          </a:p>
        </p:txBody>
      </p:sp>
      <p:sp>
        <p:nvSpPr>
          <p:cNvPr id="17" name="Text Placeholder 8">
            <a:extLst>
              <a:ext uri="{FF2B5EF4-FFF2-40B4-BE49-F238E27FC236}">
                <a16:creationId xmlns:a16="http://schemas.microsoft.com/office/drawing/2014/main" id="{09C3E351-39C7-4529-B6CD-B0EF6A4BB0DD}"/>
              </a:ext>
            </a:extLst>
          </p:cNvPr>
          <p:cNvSpPr>
            <a:spLocks noGrp="1"/>
          </p:cNvSpPr>
          <p:nvPr>
            <p:ph type="body" sz="quarter" idx="37" hasCustomPrompt="1"/>
          </p:nvPr>
        </p:nvSpPr>
        <p:spPr>
          <a:xfrm>
            <a:off x="9105900" y="2704606"/>
            <a:ext cx="2589600" cy="360000"/>
          </a:xfrm>
        </p:spPr>
        <p:txBody>
          <a:bodyPr/>
          <a:lstStyle>
            <a:lvl1pPr marL="0" indent="0" algn="ctr">
              <a:buFont typeface="Arial" panose="020B0604020202020204" pitchFamily="34" charset="0"/>
              <a:buNone/>
              <a:defRPr sz="1800">
                <a:solidFill>
                  <a:schemeClr val="accent1"/>
                </a:solidFill>
                <a:latin typeface="+mj-lt"/>
              </a:defRPr>
            </a:lvl1pPr>
          </a:lstStyle>
          <a:p>
            <a:pPr lvl="0"/>
            <a:r>
              <a:rPr lang="en-US"/>
              <a:t>Bullet 2</a:t>
            </a:r>
            <a:endParaRPr lang="en-ZA"/>
          </a:p>
        </p:txBody>
      </p:sp>
      <p:sp>
        <p:nvSpPr>
          <p:cNvPr id="18" name="Text Placeholder 10">
            <a:extLst>
              <a:ext uri="{FF2B5EF4-FFF2-40B4-BE49-F238E27FC236}">
                <a16:creationId xmlns:a16="http://schemas.microsoft.com/office/drawing/2014/main" id="{0762CB53-1EBD-4B1E-8562-33910E883348}"/>
              </a:ext>
            </a:extLst>
          </p:cNvPr>
          <p:cNvSpPr>
            <a:spLocks noGrp="1"/>
          </p:cNvSpPr>
          <p:nvPr>
            <p:ph type="body" sz="quarter" idx="38" hasCustomPrompt="1"/>
          </p:nvPr>
        </p:nvSpPr>
        <p:spPr>
          <a:xfrm>
            <a:off x="9105900" y="3128324"/>
            <a:ext cx="2589600" cy="861420"/>
          </a:xfrm>
        </p:spPr>
        <p:txBody>
          <a:bodyPr>
            <a:normAutofit/>
          </a:bodyPr>
          <a:lstStyle>
            <a:lvl1pPr marL="0" indent="0" algn="ctr">
              <a:lnSpc>
                <a:spcPts val="1700"/>
              </a:lnSpc>
              <a:buNone/>
              <a:defRPr sz="1200">
                <a:solidFill>
                  <a:schemeClr val="accent1"/>
                </a:solidFill>
              </a:defRPr>
            </a:lvl1pPr>
          </a:lstStyle>
          <a:p>
            <a:pPr lvl="0"/>
            <a:r>
              <a:rPr lang="en-US"/>
              <a:t>Bullet Description</a:t>
            </a:r>
            <a:endParaRPr lang="en-ZA"/>
          </a:p>
        </p:txBody>
      </p:sp>
      <p:sp>
        <p:nvSpPr>
          <p:cNvPr id="19" name="Text Placeholder 8">
            <a:extLst>
              <a:ext uri="{FF2B5EF4-FFF2-40B4-BE49-F238E27FC236}">
                <a16:creationId xmlns:a16="http://schemas.microsoft.com/office/drawing/2014/main" id="{7F9CB6CB-1D5E-4484-BDCC-67FDE981AA7C}"/>
              </a:ext>
            </a:extLst>
          </p:cNvPr>
          <p:cNvSpPr>
            <a:spLocks noGrp="1"/>
          </p:cNvSpPr>
          <p:nvPr>
            <p:ph type="body" sz="quarter" idx="39" hasCustomPrompt="1"/>
          </p:nvPr>
        </p:nvSpPr>
        <p:spPr>
          <a:xfrm>
            <a:off x="9105900" y="4530478"/>
            <a:ext cx="2589600" cy="360000"/>
          </a:xfrm>
        </p:spPr>
        <p:txBody>
          <a:bodyPr/>
          <a:lstStyle>
            <a:lvl1pPr marL="0" indent="0" algn="ctr">
              <a:buFont typeface="Arial" panose="020B0604020202020204" pitchFamily="34" charset="0"/>
              <a:buNone/>
              <a:defRPr sz="1800">
                <a:solidFill>
                  <a:schemeClr val="accent1"/>
                </a:solidFill>
                <a:latin typeface="+mj-lt"/>
              </a:defRPr>
            </a:lvl1pPr>
          </a:lstStyle>
          <a:p>
            <a:pPr lvl="0"/>
            <a:r>
              <a:rPr lang="en-US"/>
              <a:t>Bullet 4</a:t>
            </a:r>
            <a:endParaRPr lang="en-ZA"/>
          </a:p>
        </p:txBody>
      </p:sp>
      <p:sp>
        <p:nvSpPr>
          <p:cNvPr id="20" name="Text Placeholder 10">
            <a:extLst>
              <a:ext uri="{FF2B5EF4-FFF2-40B4-BE49-F238E27FC236}">
                <a16:creationId xmlns:a16="http://schemas.microsoft.com/office/drawing/2014/main" id="{8229F1D8-00A2-407C-974C-4F22FE98AB1C}"/>
              </a:ext>
            </a:extLst>
          </p:cNvPr>
          <p:cNvSpPr>
            <a:spLocks noGrp="1"/>
          </p:cNvSpPr>
          <p:nvPr>
            <p:ph type="body" sz="quarter" idx="40" hasCustomPrompt="1"/>
          </p:nvPr>
        </p:nvSpPr>
        <p:spPr>
          <a:xfrm>
            <a:off x="9105900" y="4954196"/>
            <a:ext cx="2589600" cy="861420"/>
          </a:xfrm>
        </p:spPr>
        <p:txBody>
          <a:bodyPr>
            <a:normAutofit/>
          </a:bodyPr>
          <a:lstStyle>
            <a:lvl1pPr marL="0" indent="0" algn="ctr">
              <a:lnSpc>
                <a:spcPts val="1700"/>
              </a:lnSpc>
              <a:buNone/>
              <a:defRPr sz="1200">
                <a:solidFill>
                  <a:schemeClr val="accent1"/>
                </a:solidFill>
              </a:defRPr>
            </a:lvl1pPr>
          </a:lstStyle>
          <a:p>
            <a:pPr lvl="0"/>
            <a:r>
              <a:rPr lang="en-US"/>
              <a:t>Bullet Description</a:t>
            </a:r>
            <a:endParaRPr lang="en-ZA"/>
          </a:p>
        </p:txBody>
      </p:sp>
      <p:sp>
        <p:nvSpPr>
          <p:cNvPr id="22" name="Date Placeholder 2">
            <a:extLst>
              <a:ext uri="{FF2B5EF4-FFF2-40B4-BE49-F238E27FC236}">
                <a16:creationId xmlns:a16="http://schemas.microsoft.com/office/drawing/2014/main" id="{7E9D7FB7-F0D3-47C2-95E6-B2D047FF2350}"/>
              </a:ext>
            </a:extLst>
          </p:cNvPr>
          <p:cNvSpPr>
            <a:spLocks noGrp="1"/>
          </p:cNvSpPr>
          <p:nvPr>
            <p:ph type="dt" sz="half" idx="10"/>
          </p:nvPr>
        </p:nvSpPr>
        <p:spPr>
          <a:xfrm>
            <a:off x="838200" y="6356350"/>
            <a:ext cx="2743200" cy="365125"/>
          </a:xfrm>
        </p:spPr>
        <p:txBody>
          <a:bodyPr/>
          <a:lstStyle>
            <a:lvl1pPr>
              <a:defRPr>
                <a:solidFill>
                  <a:schemeClr val="accent1"/>
                </a:solidFill>
              </a:defRPr>
            </a:lvl1pPr>
          </a:lstStyle>
          <a:p>
            <a:r>
              <a:rPr lang="en-US"/>
              <a:t>6/22/20XX</a:t>
            </a:r>
            <a:endParaRPr lang="en-US" dirty="0"/>
          </a:p>
        </p:txBody>
      </p:sp>
      <p:sp>
        <p:nvSpPr>
          <p:cNvPr id="23" name="Footer Placeholder 3">
            <a:extLst>
              <a:ext uri="{FF2B5EF4-FFF2-40B4-BE49-F238E27FC236}">
                <a16:creationId xmlns:a16="http://schemas.microsoft.com/office/drawing/2014/main" id="{C73EC134-FDBF-4113-B825-23125EE8675C}"/>
              </a:ext>
            </a:extLst>
          </p:cNvPr>
          <p:cNvSpPr>
            <a:spLocks noGrp="1"/>
          </p:cNvSpPr>
          <p:nvPr>
            <p:ph type="ftr" sz="quarter" idx="11"/>
          </p:nvPr>
        </p:nvSpPr>
        <p:spPr>
          <a:xfrm>
            <a:off x="4038600" y="6356350"/>
            <a:ext cx="4114800" cy="365125"/>
          </a:xfrm>
        </p:spPr>
        <p:txBody>
          <a:bodyPr/>
          <a:lstStyle>
            <a:lvl1pPr>
              <a:defRPr>
                <a:solidFill>
                  <a:schemeClr val="accent1"/>
                </a:solidFill>
              </a:defRPr>
            </a:lvl1pPr>
          </a:lstStyle>
          <a:p>
            <a:r>
              <a:rPr lang="en-US" dirty="0"/>
              <a:t>Pitch deck</a:t>
            </a:r>
          </a:p>
        </p:txBody>
      </p:sp>
      <p:sp>
        <p:nvSpPr>
          <p:cNvPr id="24" name="Slide Number Placeholder 4">
            <a:extLst>
              <a:ext uri="{FF2B5EF4-FFF2-40B4-BE49-F238E27FC236}">
                <a16:creationId xmlns:a16="http://schemas.microsoft.com/office/drawing/2014/main" id="{12C2DA51-699D-4FD6-9B2A-2FA0915C710E}"/>
              </a:ext>
            </a:extLst>
          </p:cNvPr>
          <p:cNvSpPr>
            <a:spLocks noGrp="1"/>
          </p:cNvSpPr>
          <p:nvPr>
            <p:ph type="sldNum" sz="quarter" idx="12"/>
          </p:nvPr>
        </p:nvSpPr>
        <p:spPr>
          <a:xfrm>
            <a:off x="8610600" y="6356350"/>
            <a:ext cx="2743200" cy="365125"/>
          </a:xfrm>
        </p:spPr>
        <p:txBody>
          <a:bodyPr/>
          <a:lstStyle>
            <a:lvl1pPr>
              <a:defRPr>
                <a:solidFill>
                  <a:schemeClr val="accent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9566992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points">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3D039-0A18-4031-8A63-D83666B066F6}"/>
              </a:ext>
            </a:extLst>
          </p:cNvPr>
          <p:cNvSpPr>
            <a:spLocks noGrp="1"/>
          </p:cNvSpPr>
          <p:nvPr>
            <p:ph type="title"/>
          </p:nvPr>
        </p:nvSpPr>
        <p:spPr>
          <a:xfrm>
            <a:off x="7035800" y="473869"/>
            <a:ext cx="4603750" cy="1226572"/>
          </a:xfrm>
        </p:spPr>
        <p:txBody>
          <a:bodyPr anchor="b">
            <a:normAutofit/>
          </a:bodyPr>
          <a:lstStyle>
            <a:lvl1pPr>
              <a:defRPr sz="4400">
                <a:solidFill>
                  <a:schemeClr val="accent3"/>
                </a:solidFill>
              </a:defRPr>
            </a:lvl1pPr>
          </a:lstStyle>
          <a:p>
            <a:r>
              <a:rPr lang="en-US"/>
              <a:t>Click to edit Master title style</a:t>
            </a:r>
          </a:p>
        </p:txBody>
      </p:sp>
      <p:sp>
        <p:nvSpPr>
          <p:cNvPr id="3" name="Text Placeholder 2">
            <a:extLst>
              <a:ext uri="{FF2B5EF4-FFF2-40B4-BE49-F238E27FC236}">
                <a16:creationId xmlns:a16="http://schemas.microsoft.com/office/drawing/2014/main" id="{77438815-B9AF-4BA5-B8D6-3311C4949FAD}"/>
              </a:ext>
            </a:extLst>
          </p:cNvPr>
          <p:cNvSpPr>
            <a:spLocks noGrp="1"/>
          </p:cNvSpPr>
          <p:nvPr>
            <p:ph type="body" idx="1"/>
          </p:nvPr>
        </p:nvSpPr>
        <p:spPr>
          <a:xfrm>
            <a:off x="7445828" y="2468880"/>
            <a:ext cx="3888921" cy="725701"/>
          </a:xfrm>
        </p:spPr>
        <p:txBody>
          <a:bodyPr>
            <a:normAutofit/>
          </a:bodyPr>
          <a:lstStyle>
            <a:lvl1pPr marL="0" indent="0">
              <a:lnSpc>
                <a:spcPts val="1700"/>
              </a:lnSpc>
              <a:buNone/>
              <a:defRPr sz="12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10" name="Picture 9">
            <a:extLst>
              <a:ext uri="{FF2B5EF4-FFF2-40B4-BE49-F238E27FC236}">
                <a16:creationId xmlns:a16="http://schemas.microsoft.com/office/drawing/2014/main" id="{560C5C7D-BBDC-415E-88A8-4BB8367C613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358467" y="0"/>
            <a:ext cx="304268" cy="6858000"/>
          </a:xfrm>
          <a:prstGeom prst="rect">
            <a:avLst/>
          </a:prstGeom>
        </p:spPr>
      </p:pic>
      <p:sp>
        <p:nvSpPr>
          <p:cNvPr id="12" name="Picture Placeholder 11">
            <a:extLst>
              <a:ext uri="{FF2B5EF4-FFF2-40B4-BE49-F238E27FC236}">
                <a16:creationId xmlns:a16="http://schemas.microsoft.com/office/drawing/2014/main" id="{8C140FD9-A97C-40A2-A8B8-84D503A3C4BD}"/>
              </a:ext>
            </a:extLst>
          </p:cNvPr>
          <p:cNvSpPr>
            <a:spLocks noGrp="1"/>
          </p:cNvSpPr>
          <p:nvPr>
            <p:ph type="pic" sz="quarter" idx="13"/>
          </p:nvPr>
        </p:nvSpPr>
        <p:spPr>
          <a:xfrm>
            <a:off x="1" y="0"/>
            <a:ext cx="6358466" cy="6857999"/>
          </a:xfrm>
        </p:spPr>
        <p:txBody>
          <a:bodyPr/>
          <a:lstStyle/>
          <a:p>
            <a:r>
              <a:rPr lang="en-US"/>
              <a:t>Click icon to add picture</a:t>
            </a:r>
            <a:endParaRPr lang="en-US" dirty="0"/>
          </a:p>
        </p:txBody>
      </p:sp>
      <p:cxnSp>
        <p:nvCxnSpPr>
          <p:cNvPr id="14" name="Straight Connector 13">
            <a:extLst>
              <a:ext uri="{FF2B5EF4-FFF2-40B4-BE49-F238E27FC236}">
                <a16:creationId xmlns:a16="http://schemas.microsoft.com/office/drawing/2014/main" id="{7A83CD18-0EF9-4AC6-87C8-0A5C8F9F2CA9}"/>
              </a:ext>
            </a:extLst>
          </p:cNvPr>
          <p:cNvCxnSpPr>
            <a:cxnSpLocks/>
          </p:cNvCxnSpPr>
          <p:nvPr userDrawn="1"/>
        </p:nvCxnSpPr>
        <p:spPr>
          <a:xfrm>
            <a:off x="7256237" y="2928256"/>
            <a:ext cx="0" cy="696687"/>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16" name="Text Placeholder 2">
            <a:extLst>
              <a:ext uri="{FF2B5EF4-FFF2-40B4-BE49-F238E27FC236}">
                <a16:creationId xmlns:a16="http://schemas.microsoft.com/office/drawing/2014/main" id="{EB506012-914F-463E-9582-CE719EAD470E}"/>
              </a:ext>
            </a:extLst>
          </p:cNvPr>
          <p:cNvSpPr>
            <a:spLocks noGrp="1"/>
          </p:cNvSpPr>
          <p:nvPr>
            <p:ph type="body" idx="15" hasCustomPrompt="1"/>
          </p:nvPr>
        </p:nvSpPr>
        <p:spPr>
          <a:xfrm>
            <a:off x="7117447" y="2468617"/>
            <a:ext cx="410028" cy="459639"/>
          </a:xfrm>
        </p:spPr>
        <p:txBody>
          <a:bodyPr>
            <a:noAutofit/>
          </a:bodyPr>
          <a:lstStyle>
            <a:lvl1pPr marL="0" indent="0">
              <a:buNone/>
              <a:defRPr sz="160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1.</a:t>
            </a:r>
          </a:p>
        </p:txBody>
      </p:sp>
      <p:sp>
        <p:nvSpPr>
          <p:cNvPr id="20" name="Text Placeholder 2">
            <a:extLst>
              <a:ext uri="{FF2B5EF4-FFF2-40B4-BE49-F238E27FC236}">
                <a16:creationId xmlns:a16="http://schemas.microsoft.com/office/drawing/2014/main" id="{3B07FC46-2A60-4E96-A309-C03E813082E8}"/>
              </a:ext>
            </a:extLst>
          </p:cNvPr>
          <p:cNvSpPr>
            <a:spLocks noGrp="1"/>
          </p:cNvSpPr>
          <p:nvPr>
            <p:ph type="body" idx="16"/>
          </p:nvPr>
        </p:nvSpPr>
        <p:spPr>
          <a:xfrm>
            <a:off x="7445828" y="3808800"/>
            <a:ext cx="3888921" cy="725701"/>
          </a:xfrm>
        </p:spPr>
        <p:txBody>
          <a:bodyPr>
            <a:normAutofit/>
          </a:bodyPr>
          <a:lstStyle>
            <a:lvl1pPr marL="0" indent="0">
              <a:lnSpc>
                <a:spcPts val="1700"/>
              </a:lnSpc>
              <a:buNone/>
              <a:defRPr sz="12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2" name="Text Placeholder 2">
            <a:extLst>
              <a:ext uri="{FF2B5EF4-FFF2-40B4-BE49-F238E27FC236}">
                <a16:creationId xmlns:a16="http://schemas.microsoft.com/office/drawing/2014/main" id="{7DB6CAB0-C8FA-4599-AB8C-A2AEED800C6B}"/>
              </a:ext>
            </a:extLst>
          </p:cNvPr>
          <p:cNvSpPr>
            <a:spLocks noGrp="1"/>
          </p:cNvSpPr>
          <p:nvPr>
            <p:ph type="body" idx="18"/>
          </p:nvPr>
        </p:nvSpPr>
        <p:spPr>
          <a:xfrm>
            <a:off x="7445828" y="5101562"/>
            <a:ext cx="3888921" cy="725701"/>
          </a:xfrm>
        </p:spPr>
        <p:txBody>
          <a:bodyPr>
            <a:normAutofit/>
          </a:bodyPr>
          <a:lstStyle>
            <a:lvl1pPr marL="0" indent="0">
              <a:lnSpc>
                <a:spcPts val="1700"/>
              </a:lnSpc>
              <a:buNone/>
              <a:defRPr sz="12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9" name="Text Placeholder 2">
            <a:extLst>
              <a:ext uri="{FF2B5EF4-FFF2-40B4-BE49-F238E27FC236}">
                <a16:creationId xmlns:a16="http://schemas.microsoft.com/office/drawing/2014/main" id="{FCE75E29-1E56-4BC2-9665-A103D29D944B}"/>
              </a:ext>
            </a:extLst>
          </p:cNvPr>
          <p:cNvSpPr>
            <a:spLocks noGrp="1"/>
          </p:cNvSpPr>
          <p:nvPr>
            <p:ph type="body" idx="20" hasCustomPrompt="1"/>
          </p:nvPr>
        </p:nvSpPr>
        <p:spPr>
          <a:xfrm>
            <a:off x="7117447" y="3808800"/>
            <a:ext cx="410028" cy="459639"/>
          </a:xfrm>
        </p:spPr>
        <p:txBody>
          <a:bodyPr>
            <a:noAutofit/>
          </a:bodyPr>
          <a:lstStyle>
            <a:lvl1pPr marL="0" indent="0">
              <a:buNone/>
              <a:defRPr sz="160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2.</a:t>
            </a:r>
          </a:p>
        </p:txBody>
      </p:sp>
      <p:sp>
        <p:nvSpPr>
          <p:cNvPr id="26" name="Text Placeholder 2">
            <a:extLst>
              <a:ext uri="{FF2B5EF4-FFF2-40B4-BE49-F238E27FC236}">
                <a16:creationId xmlns:a16="http://schemas.microsoft.com/office/drawing/2014/main" id="{24A65D09-92B8-4044-9560-43DACBD6E367}"/>
              </a:ext>
            </a:extLst>
          </p:cNvPr>
          <p:cNvSpPr>
            <a:spLocks noGrp="1"/>
          </p:cNvSpPr>
          <p:nvPr>
            <p:ph type="body" idx="21" hasCustomPrompt="1"/>
          </p:nvPr>
        </p:nvSpPr>
        <p:spPr>
          <a:xfrm>
            <a:off x="7117447" y="5101562"/>
            <a:ext cx="410028" cy="459639"/>
          </a:xfrm>
        </p:spPr>
        <p:txBody>
          <a:bodyPr>
            <a:noAutofit/>
          </a:bodyPr>
          <a:lstStyle>
            <a:lvl1pPr marL="0" indent="0">
              <a:buNone/>
              <a:defRPr sz="160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3.</a:t>
            </a:r>
          </a:p>
        </p:txBody>
      </p:sp>
      <p:cxnSp>
        <p:nvCxnSpPr>
          <p:cNvPr id="13" name="Straight Connector 12">
            <a:extLst>
              <a:ext uri="{FF2B5EF4-FFF2-40B4-BE49-F238E27FC236}">
                <a16:creationId xmlns:a16="http://schemas.microsoft.com/office/drawing/2014/main" id="{0AF3E8EA-AD86-4D53-99F2-514C73069694}"/>
              </a:ext>
            </a:extLst>
          </p:cNvPr>
          <p:cNvCxnSpPr>
            <a:cxnSpLocks/>
          </p:cNvCxnSpPr>
          <p:nvPr userDrawn="1"/>
        </p:nvCxnSpPr>
        <p:spPr>
          <a:xfrm>
            <a:off x="7256237" y="4268439"/>
            <a:ext cx="0" cy="696687"/>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28" name="Date Placeholder 3">
            <a:extLst>
              <a:ext uri="{FF2B5EF4-FFF2-40B4-BE49-F238E27FC236}">
                <a16:creationId xmlns:a16="http://schemas.microsoft.com/office/drawing/2014/main" id="{A21C585D-982F-4820-83DB-2EC69C557448}"/>
              </a:ext>
            </a:extLst>
          </p:cNvPr>
          <p:cNvSpPr>
            <a:spLocks noGrp="1"/>
          </p:cNvSpPr>
          <p:nvPr>
            <p:ph type="dt" sz="half" idx="10"/>
          </p:nvPr>
        </p:nvSpPr>
        <p:spPr>
          <a:xfrm>
            <a:off x="838200" y="6356350"/>
            <a:ext cx="2743200" cy="365125"/>
          </a:xfrm>
        </p:spPr>
        <p:txBody>
          <a:bodyPr/>
          <a:lstStyle>
            <a:lvl1pPr>
              <a:defRPr>
                <a:solidFill>
                  <a:schemeClr val="accent1"/>
                </a:solidFill>
              </a:defRPr>
            </a:lvl1pPr>
          </a:lstStyle>
          <a:p>
            <a:r>
              <a:rPr lang="en-US"/>
              <a:t>6/22/20XX</a:t>
            </a:r>
            <a:endParaRPr lang="en-US" dirty="0"/>
          </a:p>
        </p:txBody>
      </p:sp>
      <p:sp>
        <p:nvSpPr>
          <p:cNvPr id="29" name="Footer Placeholder 4">
            <a:extLst>
              <a:ext uri="{FF2B5EF4-FFF2-40B4-BE49-F238E27FC236}">
                <a16:creationId xmlns:a16="http://schemas.microsoft.com/office/drawing/2014/main" id="{CF6BFE9E-EF76-481D-9C8A-7AB36DF5E35B}"/>
              </a:ext>
            </a:extLst>
          </p:cNvPr>
          <p:cNvSpPr>
            <a:spLocks noGrp="1"/>
          </p:cNvSpPr>
          <p:nvPr>
            <p:ph type="ftr" sz="quarter" idx="11"/>
          </p:nvPr>
        </p:nvSpPr>
        <p:spPr>
          <a:xfrm>
            <a:off x="7035799" y="6356350"/>
            <a:ext cx="2772229" cy="365125"/>
          </a:xfrm>
        </p:spPr>
        <p:txBody>
          <a:bodyPr/>
          <a:lstStyle>
            <a:lvl1pPr algn="l">
              <a:defRPr>
                <a:solidFill>
                  <a:schemeClr val="accent3">
                    <a:lumMod val="60000"/>
                    <a:lumOff val="40000"/>
                  </a:schemeClr>
                </a:solidFill>
              </a:defRPr>
            </a:lvl1pPr>
          </a:lstStyle>
          <a:p>
            <a:r>
              <a:rPr lang="en-US" dirty="0"/>
              <a:t>Pitch deck</a:t>
            </a:r>
          </a:p>
        </p:txBody>
      </p:sp>
      <p:sp>
        <p:nvSpPr>
          <p:cNvPr id="30" name="Slide Number Placeholder 5">
            <a:extLst>
              <a:ext uri="{FF2B5EF4-FFF2-40B4-BE49-F238E27FC236}">
                <a16:creationId xmlns:a16="http://schemas.microsoft.com/office/drawing/2014/main" id="{CD8FBCDE-F8D9-49DC-B34B-2D3463C50930}"/>
              </a:ext>
            </a:extLst>
          </p:cNvPr>
          <p:cNvSpPr>
            <a:spLocks noGrp="1"/>
          </p:cNvSpPr>
          <p:nvPr>
            <p:ph type="sldNum" sz="quarter" idx="12"/>
          </p:nvPr>
        </p:nvSpPr>
        <p:spPr>
          <a:xfrm>
            <a:off x="10036628" y="6356350"/>
            <a:ext cx="1317171" cy="365125"/>
          </a:xfrm>
        </p:spPr>
        <p:txBody>
          <a:bodyPr/>
          <a:lstStyle>
            <a:lvl1pPr>
              <a:defRPr>
                <a:solidFill>
                  <a:schemeClr val="accent3">
                    <a:lumMod val="60000"/>
                    <a:lumOff val="40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042456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accent2"/>
        </a:solidFill>
        <a:effectLst/>
      </p:bgPr>
    </p:bg>
    <p:spTree>
      <p:nvGrpSpPr>
        <p:cNvPr id="1" name=""/>
        <p:cNvGrpSpPr/>
        <p:nvPr/>
      </p:nvGrpSpPr>
      <p:grpSpPr>
        <a:xfrm>
          <a:off x="0" y="0"/>
          <a:ext cx="0" cy="0"/>
          <a:chOff x="0" y="0"/>
          <a:chExt cx="0" cy="0"/>
        </a:xfrm>
      </p:grpSpPr>
      <p:pic>
        <p:nvPicPr>
          <p:cNvPr id="12" name="Picture 11" descr="A picture containing outdoor, sky, nature, dune&#10;&#10;Description automatically generated">
            <a:extLst>
              <a:ext uri="{FF2B5EF4-FFF2-40B4-BE49-F238E27FC236}">
                <a16:creationId xmlns:a16="http://schemas.microsoft.com/office/drawing/2014/main" id="{9996762E-98CA-45F3-8778-C77264B5047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301"/>
          <a:stretch/>
        </p:blipFill>
        <p:spPr>
          <a:xfrm>
            <a:off x="0" y="0"/>
            <a:ext cx="4446270" cy="6879772"/>
          </a:xfrm>
          <a:prstGeom prst="rect">
            <a:avLst/>
          </a:prstGeom>
        </p:spPr>
      </p:pic>
      <p:cxnSp>
        <p:nvCxnSpPr>
          <p:cNvPr id="14" name="Straight Connector 13">
            <a:extLst>
              <a:ext uri="{FF2B5EF4-FFF2-40B4-BE49-F238E27FC236}">
                <a16:creationId xmlns:a16="http://schemas.microsoft.com/office/drawing/2014/main" id="{E6BAFCD4-E08A-4CBF-B3C6-F99D6523EB03}"/>
              </a:ext>
            </a:extLst>
          </p:cNvPr>
          <p:cNvCxnSpPr>
            <a:cxnSpLocks/>
          </p:cNvCxnSpPr>
          <p:nvPr userDrawn="1"/>
        </p:nvCxnSpPr>
        <p:spPr>
          <a:xfrm flipH="1">
            <a:off x="3752850" y="4047144"/>
            <a:ext cx="8439152"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Text Placeholder 4">
            <a:extLst>
              <a:ext uri="{FF2B5EF4-FFF2-40B4-BE49-F238E27FC236}">
                <a16:creationId xmlns:a16="http://schemas.microsoft.com/office/drawing/2014/main" id="{7DB9F2E2-2FA7-41DA-91AC-B4A535BFF534}"/>
              </a:ext>
            </a:extLst>
          </p:cNvPr>
          <p:cNvSpPr>
            <a:spLocks noGrp="1" noChangeAspect="1"/>
          </p:cNvSpPr>
          <p:nvPr>
            <p:ph type="body" sz="quarter" idx="14"/>
          </p:nvPr>
        </p:nvSpPr>
        <p:spPr>
          <a:xfrm>
            <a:off x="2542032" y="1033272"/>
            <a:ext cx="4690872" cy="4690872"/>
          </a:xfrm>
          <a:noFill/>
        </p:spPr>
        <p:txBody>
          <a:bodyPr spcFirstLastPara="1" wrap="square" lIns="91440" tIns="45720" rIns="91440" bIns="45720" numCol="1">
            <a:prstTxWarp prst="textCircle">
              <a:avLst/>
            </a:prstTxWarp>
            <a:spAutoFit/>
          </a:bodyPr>
          <a:lstStyle>
            <a:lvl1pPr>
              <a:defRPr lang="en-US" sz="3200" b="0" cap="all" spc="0" baseline="0" dirty="0">
                <a:ln w="0"/>
                <a:solidFill>
                  <a:schemeClr val="accent1">
                    <a:lumMod val="75000"/>
                    <a:alpha val="70000"/>
                  </a:schemeClr>
                </a:solidFill>
              </a:defRPr>
            </a:lvl1pPr>
          </a:lstStyle>
          <a:p>
            <a:pPr marL="0" lvl="0" algn="ctr"/>
            <a:r>
              <a:rPr lang="en-US"/>
              <a:t>Click to edit Master text styles</a:t>
            </a:r>
          </a:p>
        </p:txBody>
      </p:sp>
      <p:sp>
        <p:nvSpPr>
          <p:cNvPr id="2" name="Title 1">
            <a:extLst>
              <a:ext uri="{FF2B5EF4-FFF2-40B4-BE49-F238E27FC236}">
                <a16:creationId xmlns:a16="http://schemas.microsoft.com/office/drawing/2014/main" id="{6C25C416-A3A2-4CF9-9532-2C0BFB51CFDF}"/>
              </a:ext>
            </a:extLst>
          </p:cNvPr>
          <p:cNvSpPr>
            <a:spLocks noGrp="1"/>
          </p:cNvSpPr>
          <p:nvPr>
            <p:ph type="ctrTitle"/>
          </p:nvPr>
        </p:nvSpPr>
        <p:spPr>
          <a:xfrm>
            <a:off x="3628558" y="2171699"/>
            <a:ext cx="7581900" cy="1681163"/>
          </a:xfrm>
        </p:spPr>
        <p:txBody>
          <a:bodyPr anchor="b">
            <a:noAutofit/>
          </a:bodyPr>
          <a:lstStyle>
            <a:lvl1pPr algn="l">
              <a:defRPr sz="6600">
                <a:solidFill>
                  <a:schemeClr val="accent1"/>
                </a:solidFill>
              </a:defRPr>
            </a:lvl1pPr>
          </a:lstStyle>
          <a:p>
            <a:r>
              <a:rPr lang="en-US"/>
              <a:t>Click to edit Master title style</a:t>
            </a:r>
            <a:endParaRPr lang="en-US" dirty="0"/>
          </a:p>
        </p:txBody>
      </p:sp>
    </p:spTree>
    <p:extLst>
      <p:ext uri="{BB962C8B-B14F-4D97-AF65-F5344CB8AC3E}">
        <p14:creationId xmlns:p14="http://schemas.microsoft.com/office/powerpoint/2010/main" val="4808885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 Column">
    <p:bg>
      <p:bgPr>
        <a:solidFill>
          <a:schemeClr val="accent1"/>
        </a:solidFill>
        <a:effectLst/>
      </p:bgPr>
    </p:bg>
    <p:spTree>
      <p:nvGrpSpPr>
        <p:cNvPr id="1" name=""/>
        <p:cNvGrpSpPr/>
        <p:nvPr/>
      </p:nvGrpSpPr>
      <p:grpSpPr>
        <a:xfrm>
          <a:off x="0" y="0"/>
          <a:ext cx="0" cy="0"/>
          <a:chOff x="0" y="0"/>
          <a:chExt cx="0" cy="0"/>
        </a:xfrm>
      </p:grpSpPr>
      <p:pic>
        <p:nvPicPr>
          <p:cNvPr id="4" name="Picture 3" descr="A group of people riding horses&#10;&#10;Description automatically generated with medium confidence">
            <a:extLst>
              <a:ext uri="{FF2B5EF4-FFF2-40B4-BE49-F238E27FC236}">
                <a16:creationId xmlns:a16="http://schemas.microsoft.com/office/drawing/2014/main" id="{E72A4962-4D36-46EC-8ABF-17FD9918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52230D65-DB5A-4BE3-9C4F-2537D5FDECB5}"/>
              </a:ext>
            </a:extLst>
          </p:cNvPr>
          <p:cNvSpPr/>
          <p:nvPr userDrawn="1"/>
        </p:nvSpPr>
        <p:spPr>
          <a:xfrm>
            <a:off x="304800" y="365125"/>
            <a:ext cx="11582400" cy="6127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p:txBody>
          <a:bodyPr/>
          <a:lstStyle>
            <a:lvl1pPr algn="ctr">
              <a:defRPr>
                <a:solidFill>
                  <a:schemeClr val="accent3"/>
                </a:solidFill>
              </a:defRPr>
            </a:lvl1pPr>
          </a:lstStyle>
          <a:p>
            <a:r>
              <a:rPr lang="en-US"/>
              <a:t>Click to edit Master title style</a:t>
            </a:r>
            <a:endParaRPr lang="en-ZA"/>
          </a:p>
        </p:txBody>
      </p:sp>
      <p:sp>
        <p:nvSpPr>
          <p:cNvPr id="9" name="Text Placeholder 8">
            <a:extLst>
              <a:ext uri="{FF2B5EF4-FFF2-40B4-BE49-F238E27FC236}">
                <a16:creationId xmlns:a16="http://schemas.microsoft.com/office/drawing/2014/main" id="{07F18567-9326-411F-BA8D-561D58C7DD91}"/>
              </a:ext>
            </a:extLst>
          </p:cNvPr>
          <p:cNvSpPr>
            <a:spLocks noGrp="1"/>
          </p:cNvSpPr>
          <p:nvPr>
            <p:ph type="body" sz="quarter" idx="33" hasCustomPrompt="1"/>
          </p:nvPr>
        </p:nvSpPr>
        <p:spPr>
          <a:xfrm>
            <a:off x="2356050" y="3971432"/>
            <a:ext cx="1980000" cy="360000"/>
          </a:xfrm>
        </p:spPr>
        <p:txBody>
          <a:bodyPr/>
          <a:lstStyle>
            <a:lvl1pPr marL="0" indent="0" algn="ctr">
              <a:buFont typeface="Arial" panose="020B0604020202020204" pitchFamily="34" charset="0"/>
              <a:buNone/>
              <a:defRPr sz="1800">
                <a:solidFill>
                  <a:schemeClr val="accent3"/>
                </a:solidFill>
                <a:latin typeface="+mj-lt"/>
              </a:defRPr>
            </a:lvl1pPr>
          </a:lstStyle>
          <a:p>
            <a:pPr lvl="0"/>
            <a:r>
              <a:rPr lang="en-US"/>
              <a:t>Bullet 1</a:t>
            </a:r>
            <a:endParaRPr lang="en-ZA"/>
          </a:p>
        </p:txBody>
      </p:sp>
      <p:sp>
        <p:nvSpPr>
          <p:cNvPr id="10" name="Text Placeholder 10">
            <a:extLst>
              <a:ext uri="{FF2B5EF4-FFF2-40B4-BE49-F238E27FC236}">
                <a16:creationId xmlns:a16="http://schemas.microsoft.com/office/drawing/2014/main" id="{39809F78-EA1B-4C23-A53E-7DE8B4A6AE1D}"/>
              </a:ext>
            </a:extLst>
          </p:cNvPr>
          <p:cNvSpPr>
            <a:spLocks noGrp="1"/>
          </p:cNvSpPr>
          <p:nvPr>
            <p:ph type="body" sz="quarter" idx="34" hasCustomPrompt="1"/>
          </p:nvPr>
        </p:nvSpPr>
        <p:spPr>
          <a:xfrm>
            <a:off x="2356050" y="4644390"/>
            <a:ext cx="1980000" cy="1116118"/>
          </a:xfrm>
        </p:spPr>
        <p:txBody>
          <a:bodyPr>
            <a:normAutofit/>
          </a:bodyPr>
          <a:lstStyle>
            <a:lvl1pPr marL="0" indent="0" algn="ctr">
              <a:lnSpc>
                <a:spcPts val="1700"/>
              </a:lnSpc>
              <a:buNone/>
              <a:defRPr sz="1200">
                <a:solidFill>
                  <a:schemeClr val="accent3"/>
                </a:solidFill>
              </a:defRPr>
            </a:lvl1pPr>
          </a:lstStyle>
          <a:p>
            <a:pPr lvl="0"/>
            <a:r>
              <a:rPr lang="en-US" dirty="0"/>
              <a:t>Bullet Description</a:t>
            </a:r>
            <a:endParaRPr lang="en-ZA" dirty="0"/>
          </a:p>
        </p:txBody>
      </p:sp>
      <p:sp>
        <p:nvSpPr>
          <p:cNvPr id="11" name="Text Placeholder 8">
            <a:extLst>
              <a:ext uri="{FF2B5EF4-FFF2-40B4-BE49-F238E27FC236}">
                <a16:creationId xmlns:a16="http://schemas.microsoft.com/office/drawing/2014/main" id="{97E7DC10-1618-471B-9441-C640C7FEDD37}"/>
              </a:ext>
            </a:extLst>
          </p:cNvPr>
          <p:cNvSpPr>
            <a:spLocks noGrp="1"/>
          </p:cNvSpPr>
          <p:nvPr>
            <p:ph type="body" sz="quarter" idx="35" hasCustomPrompt="1"/>
          </p:nvPr>
        </p:nvSpPr>
        <p:spPr>
          <a:xfrm>
            <a:off x="5106000" y="3971432"/>
            <a:ext cx="1980000" cy="360000"/>
          </a:xfrm>
        </p:spPr>
        <p:txBody>
          <a:bodyPr/>
          <a:lstStyle>
            <a:lvl1pPr marL="0" indent="0" algn="ctr">
              <a:buFont typeface="Arial" panose="020B0604020202020204" pitchFamily="34" charset="0"/>
              <a:buNone/>
              <a:defRPr sz="1800">
                <a:solidFill>
                  <a:schemeClr val="accent3"/>
                </a:solidFill>
                <a:latin typeface="+mj-lt"/>
              </a:defRPr>
            </a:lvl1pPr>
          </a:lstStyle>
          <a:p>
            <a:pPr lvl="0"/>
            <a:r>
              <a:rPr lang="en-US"/>
              <a:t>Bullet 2</a:t>
            </a:r>
            <a:endParaRPr lang="en-ZA"/>
          </a:p>
        </p:txBody>
      </p:sp>
      <p:sp>
        <p:nvSpPr>
          <p:cNvPr id="12" name="Text Placeholder 10">
            <a:extLst>
              <a:ext uri="{FF2B5EF4-FFF2-40B4-BE49-F238E27FC236}">
                <a16:creationId xmlns:a16="http://schemas.microsoft.com/office/drawing/2014/main" id="{20AEB661-858B-44C9-9484-E540E04AD365}"/>
              </a:ext>
            </a:extLst>
          </p:cNvPr>
          <p:cNvSpPr>
            <a:spLocks noGrp="1"/>
          </p:cNvSpPr>
          <p:nvPr>
            <p:ph type="body" sz="quarter" idx="36" hasCustomPrompt="1"/>
          </p:nvPr>
        </p:nvSpPr>
        <p:spPr>
          <a:xfrm>
            <a:off x="5106000" y="4644390"/>
            <a:ext cx="1980000" cy="1116118"/>
          </a:xfrm>
        </p:spPr>
        <p:txBody>
          <a:bodyPr>
            <a:normAutofit/>
          </a:bodyPr>
          <a:lstStyle>
            <a:lvl1pPr marL="0" indent="0" algn="ctr">
              <a:lnSpc>
                <a:spcPts val="1700"/>
              </a:lnSpc>
              <a:buNone/>
              <a:defRPr sz="1200">
                <a:solidFill>
                  <a:schemeClr val="accent3"/>
                </a:solidFill>
              </a:defRPr>
            </a:lvl1pPr>
          </a:lstStyle>
          <a:p>
            <a:pPr lvl="0"/>
            <a:r>
              <a:rPr lang="en-US"/>
              <a:t>Bullet Description</a:t>
            </a:r>
            <a:endParaRPr lang="en-ZA"/>
          </a:p>
        </p:txBody>
      </p:sp>
      <p:sp>
        <p:nvSpPr>
          <p:cNvPr id="13" name="Text Placeholder 8">
            <a:extLst>
              <a:ext uri="{FF2B5EF4-FFF2-40B4-BE49-F238E27FC236}">
                <a16:creationId xmlns:a16="http://schemas.microsoft.com/office/drawing/2014/main" id="{FDB26B40-5901-4EF0-BCF0-55677E28B176}"/>
              </a:ext>
            </a:extLst>
          </p:cNvPr>
          <p:cNvSpPr>
            <a:spLocks noGrp="1"/>
          </p:cNvSpPr>
          <p:nvPr>
            <p:ph type="body" sz="quarter" idx="37" hasCustomPrompt="1"/>
          </p:nvPr>
        </p:nvSpPr>
        <p:spPr>
          <a:xfrm>
            <a:off x="7855950" y="3971432"/>
            <a:ext cx="1980000" cy="360000"/>
          </a:xfrm>
        </p:spPr>
        <p:txBody>
          <a:bodyPr/>
          <a:lstStyle>
            <a:lvl1pPr marL="0" indent="0" algn="ctr">
              <a:buFont typeface="Arial" panose="020B0604020202020204" pitchFamily="34" charset="0"/>
              <a:buNone/>
              <a:defRPr sz="1800">
                <a:solidFill>
                  <a:schemeClr val="accent3"/>
                </a:solidFill>
                <a:latin typeface="+mj-lt"/>
              </a:defRPr>
            </a:lvl1pPr>
          </a:lstStyle>
          <a:p>
            <a:pPr lvl="0"/>
            <a:r>
              <a:rPr lang="en-US"/>
              <a:t>Bullet 3</a:t>
            </a:r>
            <a:endParaRPr lang="en-ZA"/>
          </a:p>
        </p:txBody>
      </p:sp>
      <p:sp>
        <p:nvSpPr>
          <p:cNvPr id="14" name="Text Placeholder 10">
            <a:extLst>
              <a:ext uri="{FF2B5EF4-FFF2-40B4-BE49-F238E27FC236}">
                <a16:creationId xmlns:a16="http://schemas.microsoft.com/office/drawing/2014/main" id="{CCEAE0AB-74EC-4097-A534-A578F1097938}"/>
              </a:ext>
            </a:extLst>
          </p:cNvPr>
          <p:cNvSpPr>
            <a:spLocks noGrp="1"/>
          </p:cNvSpPr>
          <p:nvPr>
            <p:ph type="body" sz="quarter" idx="38" hasCustomPrompt="1"/>
          </p:nvPr>
        </p:nvSpPr>
        <p:spPr>
          <a:xfrm>
            <a:off x="7855950" y="4644390"/>
            <a:ext cx="1980000" cy="1116118"/>
          </a:xfrm>
        </p:spPr>
        <p:txBody>
          <a:bodyPr>
            <a:normAutofit/>
          </a:bodyPr>
          <a:lstStyle>
            <a:lvl1pPr marL="0" indent="0" algn="ctr">
              <a:lnSpc>
                <a:spcPts val="1700"/>
              </a:lnSpc>
              <a:buNone/>
              <a:defRPr sz="1200">
                <a:solidFill>
                  <a:schemeClr val="accent3"/>
                </a:solidFill>
              </a:defRPr>
            </a:lvl1pPr>
          </a:lstStyle>
          <a:p>
            <a:pPr lvl="0"/>
            <a:r>
              <a:rPr lang="en-US"/>
              <a:t>Bullet Description</a:t>
            </a:r>
            <a:endParaRPr lang="en-ZA"/>
          </a:p>
        </p:txBody>
      </p:sp>
      <p:sp>
        <p:nvSpPr>
          <p:cNvPr id="16" name="Content Placeholder 15">
            <a:extLst>
              <a:ext uri="{FF2B5EF4-FFF2-40B4-BE49-F238E27FC236}">
                <a16:creationId xmlns:a16="http://schemas.microsoft.com/office/drawing/2014/main" id="{FF934EF9-BF0B-4A73-8F03-1BA80EE0608B}"/>
              </a:ext>
            </a:extLst>
          </p:cNvPr>
          <p:cNvSpPr>
            <a:spLocks noGrp="1"/>
          </p:cNvSpPr>
          <p:nvPr>
            <p:ph sz="quarter" idx="46"/>
          </p:nvPr>
        </p:nvSpPr>
        <p:spPr>
          <a:xfrm>
            <a:off x="2602150" y="2209231"/>
            <a:ext cx="1487800" cy="1487801"/>
          </a:xfrm>
        </p:spPr>
        <p:txBody>
          <a:bodyPr/>
          <a:lstStyle>
            <a:lvl1pPr marL="0" indent="0">
              <a:buNone/>
              <a:defRPr>
                <a:solidFill>
                  <a:schemeClr val="accent3"/>
                </a:solidFill>
              </a:defRPr>
            </a:lvl1pPr>
          </a:lstStyle>
          <a:p>
            <a:pPr lvl="0"/>
            <a:r>
              <a:rPr lang="en-US"/>
              <a:t>Click to edit Master text styles</a:t>
            </a:r>
          </a:p>
        </p:txBody>
      </p:sp>
      <p:sp>
        <p:nvSpPr>
          <p:cNvPr id="23" name="Content Placeholder 15">
            <a:extLst>
              <a:ext uri="{FF2B5EF4-FFF2-40B4-BE49-F238E27FC236}">
                <a16:creationId xmlns:a16="http://schemas.microsoft.com/office/drawing/2014/main" id="{B86A7EE6-1FE6-48B5-8747-AB276F95128F}"/>
              </a:ext>
            </a:extLst>
          </p:cNvPr>
          <p:cNvSpPr>
            <a:spLocks noGrp="1"/>
          </p:cNvSpPr>
          <p:nvPr>
            <p:ph sz="quarter" idx="49"/>
          </p:nvPr>
        </p:nvSpPr>
        <p:spPr>
          <a:xfrm>
            <a:off x="5352100" y="2209231"/>
            <a:ext cx="1487800" cy="1487801"/>
          </a:xfrm>
        </p:spPr>
        <p:txBody>
          <a:bodyPr/>
          <a:lstStyle>
            <a:lvl1pPr marL="0" indent="0">
              <a:buNone/>
              <a:defRPr>
                <a:solidFill>
                  <a:schemeClr val="accent3"/>
                </a:solidFill>
              </a:defRPr>
            </a:lvl1pPr>
          </a:lstStyle>
          <a:p>
            <a:pPr lvl="0"/>
            <a:r>
              <a:rPr lang="en-US"/>
              <a:t>Click to edit Master text styles</a:t>
            </a:r>
          </a:p>
        </p:txBody>
      </p:sp>
      <p:sp>
        <p:nvSpPr>
          <p:cNvPr id="24" name="Content Placeholder 15">
            <a:extLst>
              <a:ext uri="{FF2B5EF4-FFF2-40B4-BE49-F238E27FC236}">
                <a16:creationId xmlns:a16="http://schemas.microsoft.com/office/drawing/2014/main" id="{5C937C49-EB73-4979-B8CF-CACF0EA242DA}"/>
              </a:ext>
            </a:extLst>
          </p:cNvPr>
          <p:cNvSpPr>
            <a:spLocks noGrp="1"/>
          </p:cNvSpPr>
          <p:nvPr>
            <p:ph sz="quarter" idx="50"/>
          </p:nvPr>
        </p:nvSpPr>
        <p:spPr>
          <a:xfrm>
            <a:off x="8102050" y="2209231"/>
            <a:ext cx="1487800" cy="1487801"/>
          </a:xfrm>
        </p:spPr>
        <p:txBody>
          <a:bodyPr/>
          <a:lstStyle>
            <a:lvl1pPr marL="0" indent="0">
              <a:buNone/>
              <a:defRPr>
                <a:solidFill>
                  <a:schemeClr val="accent3"/>
                </a:solidFill>
              </a:defRPr>
            </a:lvl1pPr>
          </a:lstStyle>
          <a:p>
            <a:pPr lvl="0"/>
            <a:r>
              <a:rPr lang="en-US"/>
              <a:t>Click to edit Master text styles</a:t>
            </a:r>
          </a:p>
        </p:txBody>
      </p:sp>
      <p:cxnSp>
        <p:nvCxnSpPr>
          <p:cNvPr id="26" name="Straight Connector 25">
            <a:extLst>
              <a:ext uri="{FF2B5EF4-FFF2-40B4-BE49-F238E27FC236}">
                <a16:creationId xmlns:a16="http://schemas.microsoft.com/office/drawing/2014/main" id="{C2FC193C-7F61-40CA-B97F-DE9D338DC965}"/>
              </a:ext>
            </a:extLst>
          </p:cNvPr>
          <p:cNvCxnSpPr>
            <a:cxnSpLocks/>
          </p:cNvCxnSpPr>
          <p:nvPr userDrawn="1"/>
        </p:nvCxnSpPr>
        <p:spPr>
          <a:xfrm>
            <a:off x="2888850" y="3712844"/>
            <a:ext cx="9144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D86C94F-FF53-46BA-B125-57E5D572D064}"/>
              </a:ext>
            </a:extLst>
          </p:cNvPr>
          <p:cNvCxnSpPr>
            <a:cxnSpLocks/>
          </p:cNvCxnSpPr>
          <p:nvPr userDrawn="1"/>
        </p:nvCxnSpPr>
        <p:spPr>
          <a:xfrm>
            <a:off x="5638800" y="3712844"/>
            <a:ext cx="9144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FC882BF-032B-4B67-AF3E-CF79FBCC4FD4}"/>
              </a:ext>
            </a:extLst>
          </p:cNvPr>
          <p:cNvCxnSpPr>
            <a:cxnSpLocks/>
          </p:cNvCxnSpPr>
          <p:nvPr userDrawn="1"/>
        </p:nvCxnSpPr>
        <p:spPr>
          <a:xfrm>
            <a:off x="8358922" y="3712844"/>
            <a:ext cx="9144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27" name="Footer Placeholder 5">
            <a:extLst>
              <a:ext uri="{FF2B5EF4-FFF2-40B4-BE49-F238E27FC236}">
                <a16:creationId xmlns:a16="http://schemas.microsoft.com/office/drawing/2014/main" id="{148E808A-AB67-4B52-B35C-7487342F4ADD}"/>
              </a:ext>
            </a:extLst>
          </p:cNvPr>
          <p:cNvSpPr>
            <a:spLocks noGrp="1"/>
          </p:cNvSpPr>
          <p:nvPr>
            <p:ph type="ftr" sz="quarter" idx="10"/>
          </p:nvPr>
        </p:nvSpPr>
        <p:spPr>
          <a:xfrm>
            <a:off x="4038600" y="6497865"/>
            <a:ext cx="4114800" cy="365125"/>
          </a:xfrm>
        </p:spPr>
        <p:txBody>
          <a:bodyPr/>
          <a:lstStyle>
            <a:lvl1pPr>
              <a:defRPr>
                <a:solidFill>
                  <a:schemeClr val="accent1"/>
                </a:solidFill>
              </a:defRPr>
            </a:lvl1pPr>
          </a:lstStyle>
          <a:p>
            <a:r>
              <a:rPr lang="en-ZA" dirty="0"/>
              <a:t>Pitch deck</a:t>
            </a:r>
          </a:p>
        </p:txBody>
      </p:sp>
      <p:sp>
        <p:nvSpPr>
          <p:cNvPr id="29" name="Slide Number Placeholder 6">
            <a:extLst>
              <a:ext uri="{FF2B5EF4-FFF2-40B4-BE49-F238E27FC236}">
                <a16:creationId xmlns:a16="http://schemas.microsoft.com/office/drawing/2014/main" id="{88B2564D-D1B9-47FE-9DC9-1BB5316148CE}"/>
              </a:ext>
            </a:extLst>
          </p:cNvPr>
          <p:cNvSpPr>
            <a:spLocks noGrp="1"/>
          </p:cNvSpPr>
          <p:nvPr>
            <p:ph type="sldNum" sz="quarter" idx="11"/>
          </p:nvPr>
        </p:nvSpPr>
        <p:spPr>
          <a:xfrm>
            <a:off x="8610600" y="6497865"/>
            <a:ext cx="2743200" cy="365125"/>
          </a:xfrm>
        </p:spPr>
        <p:txBody>
          <a:bodyPr/>
          <a:lstStyle>
            <a:lvl1pPr>
              <a:defRPr>
                <a:solidFill>
                  <a:schemeClr val="accent1"/>
                </a:solidFill>
              </a:defRPr>
            </a:lvl1pPr>
          </a:lstStyle>
          <a:p>
            <a:fld id="{19B51A1E-902D-48AF-9020-955120F399B6}" type="slidenum">
              <a:rPr lang="en-ZA" smtClean="0"/>
              <a:pPr/>
              <a:t>‹#›</a:t>
            </a:fld>
            <a:endParaRPr lang="en-ZA" dirty="0"/>
          </a:p>
        </p:txBody>
      </p:sp>
      <p:sp>
        <p:nvSpPr>
          <p:cNvPr id="31" name="Date Placeholder 3">
            <a:extLst>
              <a:ext uri="{FF2B5EF4-FFF2-40B4-BE49-F238E27FC236}">
                <a16:creationId xmlns:a16="http://schemas.microsoft.com/office/drawing/2014/main" id="{E250C28C-FA72-4324-9DA9-3AE75077DBD1}"/>
              </a:ext>
            </a:extLst>
          </p:cNvPr>
          <p:cNvSpPr>
            <a:spLocks noGrp="1"/>
          </p:cNvSpPr>
          <p:nvPr>
            <p:ph type="dt" sz="half" idx="2"/>
          </p:nvPr>
        </p:nvSpPr>
        <p:spPr>
          <a:xfrm>
            <a:off x="838200" y="6497865"/>
            <a:ext cx="2743200" cy="365125"/>
          </a:xfrm>
          <a:prstGeom prst="rect">
            <a:avLst/>
          </a:prstGeom>
        </p:spPr>
        <p:txBody>
          <a:bodyPr vert="horz" lIns="91440" tIns="45720" rIns="91440" bIns="45720" rtlCol="0" anchor="ctr"/>
          <a:lstStyle>
            <a:lvl1pPr algn="l">
              <a:defRPr sz="900">
                <a:solidFill>
                  <a:schemeClr val="accent1"/>
                </a:solidFill>
              </a:defRPr>
            </a:lvl1pPr>
          </a:lstStyle>
          <a:p>
            <a:r>
              <a:rPr lang="en-US"/>
              <a:t>6/22/20XX</a:t>
            </a:r>
            <a:endParaRPr lang="en-US" dirty="0"/>
          </a:p>
        </p:txBody>
      </p:sp>
    </p:spTree>
    <p:extLst>
      <p:ext uri="{BB962C8B-B14F-4D97-AF65-F5344CB8AC3E}">
        <p14:creationId xmlns:p14="http://schemas.microsoft.com/office/powerpoint/2010/main" val="1558022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 points with 2 pictures">
    <p:bg>
      <p:bgPr>
        <a:solidFill>
          <a:schemeClr val="accent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60C5C7D-BBDC-415E-88A8-4BB8367C613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439025" y="0"/>
            <a:ext cx="4752975" cy="6858000"/>
          </a:xfrm>
          <a:prstGeom prst="rect">
            <a:avLst/>
          </a:prstGeom>
        </p:spPr>
      </p:pic>
      <p:sp>
        <p:nvSpPr>
          <p:cNvPr id="2" name="Title 1">
            <a:extLst>
              <a:ext uri="{FF2B5EF4-FFF2-40B4-BE49-F238E27FC236}">
                <a16:creationId xmlns:a16="http://schemas.microsoft.com/office/drawing/2014/main" id="{9DE3D039-0A18-4031-8A63-D83666B066F6}"/>
              </a:ext>
            </a:extLst>
          </p:cNvPr>
          <p:cNvSpPr>
            <a:spLocks noGrp="1"/>
          </p:cNvSpPr>
          <p:nvPr>
            <p:ph type="title"/>
          </p:nvPr>
        </p:nvSpPr>
        <p:spPr>
          <a:xfrm>
            <a:off x="838200" y="473869"/>
            <a:ext cx="4603750" cy="1226572"/>
          </a:xfrm>
        </p:spPr>
        <p:txBody>
          <a:bodyPr anchor="b">
            <a:normAutofit/>
          </a:bodyPr>
          <a:lstStyle>
            <a:lvl1pPr>
              <a:defRPr sz="4400">
                <a:solidFill>
                  <a:schemeClr val="accent3"/>
                </a:solidFill>
              </a:defRPr>
            </a:lvl1pPr>
          </a:lstStyle>
          <a:p>
            <a:r>
              <a:rPr lang="en-US"/>
              <a:t>Click to edit Master title style</a:t>
            </a:r>
          </a:p>
        </p:txBody>
      </p:sp>
      <p:sp>
        <p:nvSpPr>
          <p:cNvPr id="3" name="Text Placeholder 2">
            <a:extLst>
              <a:ext uri="{FF2B5EF4-FFF2-40B4-BE49-F238E27FC236}">
                <a16:creationId xmlns:a16="http://schemas.microsoft.com/office/drawing/2014/main" id="{77438815-B9AF-4BA5-B8D6-3311C4949FAD}"/>
              </a:ext>
            </a:extLst>
          </p:cNvPr>
          <p:cNvSpPr>
            <a:spLocks noGrp="1"/>
          </p:cNvSpPr>
          <p:nvPr>
            <p:ph type="body" idx="1"/>
          </p:nvPr>
        </p:nvSpPr>
        <p:spPr>
          <a:xfrm>
            <a:off x="3771900" y="2260384"/>
            <a:ext cx="2838444" cy="1226572"/>
          </a:xfrm>
        </p:spPr>
        <p:txBody>
          <a:bodyPr>
            <a:normAutofit/>
          </a:bodyPr>
          <a:lstStyle>
            <a:lvl1pPr marL="0" indent="0">
              <a:lnSpc>
                <a:spcPts val="1700"/>
              </a:lnSpc>
              <a:buNone/>
              <a:defRPr sz="12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8EB05F6-A3ED-45AB-B103-D5E34BFD605F}"/>
              </a:ext>
            </a:extLst>
          </p:cNvPr>
          <p:cNvSpPr>
            <a:spLocks noGrp="1"/>
          </p:cNvSpPr>
          <p:nvPr>
            <p:ph type="dt" sz="half" idx="10"/>
          </p:nvPr>
        </p:nvSpPr>
        <p:spPr/>
        <p:txBody>
          <a:bodyPr/>
          <a:lstStyle>
            <a:lvl1pPr>
              <a:defRPr>
                <a:solidFill>
                  <a:schemeClr val="accent3">
                    <a:lumMod val="60000"/>
                    <a:lumOff val="40000"/>
                  </a:schemeClr>
                </a:solidFill>
              </a:defRPr>
            </a:lvl1pPr>
          </a:lstStyle>
          <a:p>
            <a:r>
              <a:rPr lang="en-US"/>
              <a:t>6/22/20XX</a:t>
            </a:r>
            <a:endParaRPr lang="en-US" dirty="0"/>
          </a:p>
        </p:txBody>
      </p:sp>
      <p:sp>
        <p:nvSpPr>
          <p:cNvPr id="5" name="Footer Placeholder 4">
            <a:extLst>
              <a:ext uri="{FF2B5EF4-FFF2-40B4-BE49-F238E27FC236}">
                <a16:creationId xmlns:a16="http://schemas.microsoft.com/office/drawing/2014/main" id="{2F029C1C-740D-4213-96FE-1FAA3072FF83}"/>
              </a:ext>
            </a:extLst>
          </p:cNvPr>
          <p:cNvSpPr>
            <a:spLocks noGrp="1"/>
          </p:cNvSpPr>
          <p:nvPr>
            <p:ph type="ftr" sz="quarter" idx="11"/>
          </p:nvPr>
        </p:nvSpPr>
        <p:spPr/>
        <p:txBody>
          <a:bodyPr/>
          <a:lstStyle>
            <a:lvl1pPr>
              <a:defRPr>
                <a:solidFill>
                  <a:schemeClr val="accent3">
                    <a:lumMod val="60000"/>
                    <a:lumOff val="40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54E8801-7449-48B4-8D64-BCE20D0831C9}"/>
              </a:ext>
            </a:extLst>
          </p:cNvPr>
          <p:cNvSpPr>
            <a:spLocks noGrp="1"/>
          </p:cNvSpPr>
          <p:nvPr>
            <p:ph type="sldNum" sz="quarter" idx="12"/>
          </p:nvPr>
        </p:nvSpPr>
        <p:spPr/>
        <p:txBody>
          <a:bodyPr/>
          <a:lstStyle>
            <a:lvl1pPr>
              <a:defRPr>
                <a:solidFill>
                  <a:schemeClr val="accent1"/>
                </a:solidFill>
              </a:defRPr>
            </a:lvl1pPr>
          </a:lstStyle>
          <a:p>
            <a:fld id="{B5CEABB6-07DC-46E8-9B57-56EC44A396E5}" type="slidenum">
              <a:rPr lang="en-US" smtClean="0"/>
              <a:pPr/>
              <a:t>‹#›</a:t>
            </a:fld>
            <a:endParaRPr lang="en-US" dirty="0"/>
          </a:p>
        </p:txBody>
      </p:sp>
      <p:sp>
        <p:nvSpPr>
          <p:cNvPr id="12" name="Picture Placeholder 11">
            <a:extLst>
              <a:ext uri="{FF2B5EF4-FFF2-40B4-BE49-F238E27FC236}">
                <a16:creationId xmlns:a16="http://schemas.microsoft.com/office/drawing/2014/main" id="{8C140FD9-A97C-40A2-A8B8-84D503A3C4BD}"/>
              </a:ext>
            </a:extLst>
          </p:cNvPr>
          <p:cNvSpPr>
            <a:spLocks noGrp="1"/>
          </p:cNvSpPr>
          <p:nvPr>
            <p:ph type="pic" sz="quarter" idx="13"/>
          </p:nvPr>
        </p:nvSpPr>
        <p:spPr>
          <a:xfrm>
            <a:off x="7923213" y="525463"/>
            <a:ext cx="3784599" cy="2629175"/>
          </a:xfrm>
        </p:spPr>
        <p:txBody>
          <a:bodyPr/>
          <a:lstStyle/>
          <a:p>
            <a:r>
              <a:rPr lang="en-US"/>
              <a:t>Click icon to add picture</a:t>
            </a:r>
            <a:endParaRPr lang="en-US" dirty="0"/>
          </a:p>
        </p:txBody>
      </p:sp>
      <p:cxnSp>
        <p:nvCxnSpPr>
          <p:cNvPr id="14" name="Straight Connector 13">
            <a:extLst>
              <a:ext uri="{FF2B5EF4-FFF2-40B4-BE49-F238E27FC236}">
                <a16:creationId xmlns:a16="http://schemas.microsoft.com/office/drawing/2014/main" id="{7A83CD18-0EF9-4AC6-87C8-0A5C8F9F2CA9}"/>
              </a:ext>
            </a:extLst>
          </p:cNvPr>
          <p:cNvCxnSpPr>
            <a:cxnSpLocks/>
          </p:cNvCxnSpPr>
          <p:nvPr userDrawn="1"/>
        </p:nvCxnSpPr>
        <p:spPr>
          <a:xfrm>
            <a:off x="947991" y="3459082"/>
            <a:ext cx="566928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16" name="Text Placeholder 2">
            <a:extLst>
              <a:ext uri="{FF2B5EF4-FFF2-40B4-BE49-F238E27FC236}">
                <a16:creationId xmlns:a16="http://schemas.microsoft.com/office/drawing/2014/main" id="{EB506012-914F-463E-9582-CE719EAD470E}"/>
              </a:ext>
            </a:extLst>
          </p:cNvPr>
          <p:cNvSpPr>
            <a:spLocks noGrp="1"/>
          </p:cNvSpPr>
          <p:nvPr>
            <p:ph type="body" idx="15"/>
          </p:nvPr>
        </p:nvSpPr>
        <p:spPr>
          <a:xfrm>
            <a:off x="857251" y="2260384"/>
            <a:ext cx="2381245" cy="524308"/>
          </a:xfrm>
        </p:spPr>
        <p:txBody>
          <a:bodyPr>
            <a:noAutofit/>
          </a:bodyPr>
          <a:lstStyle>
            <a:lvl1pPr marL="0" indent="0">
              <a:buNone/>
              <a:defRPr sz="280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0" name="Text Placeholder 2">
            <a:extLst>
              <a:ext uri="{FF2B5EF4-FFF2-40B4-BE49-F238E27FC236}">
                <a16:creationId xmlns:a16="http://schemas.microsoft.com/office/drawing/2014/main" id="{3B07FC46-2A60-4E96-A309-C03E813082E8}"/>
              </a:ext>
            </a:extLst>
          </p:cNvPr>
          <p:cNvSpPr>
            <a:spLocks noGrp="1"/>
          </p:cNvSpPr>
          <p:nvPr>
            <p:ph type="body" idx="16"/>
          </p:nvPr>
        </p:nvSpPr>
        <p:spPr>
          <a:xfrm>
            <a:off x="3771900" y="3652757"/>
            <a:ext cx="2838444" cy="1226572"/>
          </a:xfrm>
        </p:spPr>
        <p:txBody>
          <a:bodyPr>
            <a:normAutofit/>
          </a:bodyPr>
          <a:lstStyle>
            <a:lvl1pPr marL="0" indent="0">
              <a:lnSpc>
                <a:spcPts val="1700"/>
              </a:lnSpc>
              <a:buNone/>
              <a:defRPr sz="12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1" name="Text Placeholder 2">
            <a:extLst>
              <a:ext uri="{FF2B5EF4-FFF2-40B4-BE49-F238E27FC236}">
                <a16:creationId xmlns:a16="http://schemas.microsoft.com/office/drawing/2014/main" id="{70CB8BDA-C60A-4110-9D29-E59BA67AAD0C}"/>
              </a:ext>
            </a:extLst>
          </p:cNvPr>
          <p:cNvSpPr>
            <a:spLocks noGrp="1"/>
          </p:cNvSpPr>
          <p:nvPr>
            <p:ph type="body" idx="17"/>
          </p:nvPr>
        </p:nvSpPr>
        <p:spPr>
          <a:xfrm>
            <a:off x="857251" y="3652757"/>
            <a:ext cx="2381245" cy="524308"/>
          </a:xfrm>
        </p:spPr>
        <p:txBody>
          <a:bodyPr>
            <a:noAutofit/>
          </a:bodyPr>
          <a:lstStyle>
            <a:lvl1pPr marL="0" indent="0">
              <a:buNone/>
              <a:defRPr sz="280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2" name="Text Placeholder 2">
            <a:extLst>
              <a:ext uri="{FF2B5EF4-FFF2-40B4-BE49-F238E27FC236}">
                <a16:creationId xmlns:a16="http://schemas.microsoft.com/office/drawing/2014/main" id="{7DB6CAB0-C8FA-4599-AB8C-A2AEED800C6B}"/>
              </a:ext>
            </a:extLst>
          </p:cNvPr>
          <p:cNvSpPr>
            <a:spLocks noGrp="1"/>
          </p:cNvSpPr>
          <p:nvPr>
            <p:ph type="body" idx="18"/>
          </p:nvPr>
        </p:nvSpPr>
        <p:spPr>
          <a:xfrm>
            <a:off x="3771900" y="5054655"/>
            <a:ext cx="2838444" cy="1226572"/>
          </a:xfrm>
        </p:spPr>
        <p:txBody>
          <a:bodyPr>
            <a:normAutofit/>
          </a:bodyPr>
          <a:lstStyle>
            <a:lvl1pPr marL="0" indent="0">
              <a:lnSpc>
                <a:spcPts val="1700"/>
              </a:lnSpc>
              <a:buNone/>
              <a:defRPr sz="12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3" name="Text Placeholder 2">
            <a:extLst>
              <a:ext uri="{FF2B5EF4-FFF2-40B4-BE49-F238E27FC236}">
                <a16:creationId xmlns:a16="http://schemas.microsoft.com/office/drawing/2014/main" id="{7659D317-0B72-4047-84EB-EF154C96B979}"/>
              </a:ext>
            </a:extLst>
          </p:cNvPr>
          <p:cNvSpPr>
            <a:spLocks noGrp="1"/>
          </p:cNvSpPr>
          <p:nvPr>
            <p:ph type="body" idx="19"/>
          </p:nvPr>
        </p:nvSpPr>
        <p:spPr>
          <a:xfrm>
            <a:off x="857251" y="5054655"/>
            <a:ext cx="2381245" cy="524308"/>
          </a:xfrm>
        </p:spPr>
        <p:txBody>
          <a:bodyPr>
            <a:noAutofit/>
          </a:bodyPr>
          <a:lstStyle>
            <a:lvl1pPr marL="0" indent="0">
              <a:buNone/>
              <a:defRPr sz="280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6" name="Picture Placeholder 11">
            <a:extLst>
              <a:ext uri="{FF2B5EF4-FFF2-40B4-BE49-F238E27FC236}">
                <a16:creationId xmlns:a16="http://schemas.microsoft.com/office/drawing/2014/main" id="{974B9287-7FD2-4AE5-BA59-7B3E9C8B5FCC}"/>
              </a:ext>
            </a:extLst>
          </p:cNvPr>
          <p:cNvSpPr>
            <a:spLocks noGrp="1"/>
          </p:cNvSpPr>
          <p:nvPr>
            <p:ph type="pic" sz="quarter" idx="20"/>
          </p:nvPr>
        </p:nvSpPr>
        <p:spPr>
          <a:xfrm>
            <a:off x="7923213" y="3632600"/>
            <a:ext cx="3784599" cy="2629175"/>
          </a:xfrm>
        </p:spPr>
        <p:txBody>
          <a:bodyPr/>
          <a:lstStyle/>
          <a:p>
            <a:r>
              <a:rPr lang="en-US"/>
              <a:t>Click icon to add picture</a:t>
            </a:r>
            <a:endParaRPr lang="en-US" dirty="0"/>
          </a:p>
        </p:txBody>
      </p:sp>
      <p:cxnSp>
        <p:nvCxnSpPr>
          <p:cNvPr id="15" name="Straight Connector 14">
            <a:extLst>
              <a:ext uri="{FF2B5EF4-FFF2-40B4-BE49-F238E27FC236}">
                <a16:creationId xmlns:a16="http://schemas.microsoft.com/office/drawing/2014/main" id="{7620A735-5706-4C08-8345-E542A71DCF4C}"/>
              </a:ext>
            </a:extLst>
          </p:cNvPr>
          <p:cNvCxnSpPr>
            <a:cxnSpLocks/>
          </p:cNvCxnSpPr>
          <p:nvPr userDrawn="1"/>
        </p:nvCxnSpPr>
        <p:spPr>
          <a:xfrm>
            <a:off x="947991" y="4873016"/>
            <a:ext cx="566928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3029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bullets">
    <p:bg>
      <p:bgPr>
        <a:solidFill>
          <a:schemeClr val="accent1"/>
        </a:solidFill>
        <a:effectLst/>
      </p:bgPr>
    </p:bg>
    <p:spTree>
      <p:nvGrpSpPr>
        <p:cNvPr id="1" name=""/>
        <p:cNvGrpSpPr/>
        <p:nvPr/>
      </p:nvGrpSpPr>
      <p:grpSpPr>
        <a:xfrm>
          <a:off x="0" y="0"/>
          <a:ext cx="0" cy="0"/>
          <a:chOff x="0" y="0"/>
          <a:chExt cx="0" cy="0"/>
        </a:xfrm>
      </p:grpSpPr>
      <p:pic>
        <p:nvPicPr>
          <p:cNvPr id="4" name="Picture 3" descr="A group of people riding horses&#10;&#10;Description automatically generated with medium confidence">
            <a:extLst>
              <a:ext uri="{FF2B5EF4-FFF2-40B4-BE49-F238E27FC236}">
                <a16:creationId xmlns:a16="http://schemas.microsoft.com/office/drawing/2014/main" id="{E72A4962-4D36-46EC-8ABF-17FD9918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52230D65-DB5A-4BE3-9C4F-2537D5FDECB5}"/>
              </a:ext>
            </a:extLst>
          </p:cNvPr>
          <p:cNvSpPr/>
          <p:nvPr userDrawn="1"/>
        </p:nvSpPr>
        <p:spPr>
          <a:xfrm>
            <a:off x="1099958" y="2719393"/>
            <a:ext cx="3073400" cy="304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p:txBody>
          <a:bodyPr/>
          <a:lstStyle>
            <a:lvl1pPr algn="ctr">
              <a:defRPr>
                <a:solidFill>
                  <a:schemeClr val="accent3"/>
                </a:solidFill>
              </a:defRPr>
            </a:lvl1pPr>
          </a:lstStyle>
          <a:p>
            <a:r>
              <a:rPr lang="en-US"/>
              <a:t>Click to edit Master title style</a:t>
            </a:r>
            <a:endParaRPr lang="en-ZA"/>
          </a:p>
        </p:txBody>
      </p:sp>
      <p:sp>
        <p:nvSpPr>
          <p:cNvPr id="9" name="Text Placeholder 8">
            <a:extLst>
              <a:ext uri="{FF2B5EF4-FFF2-40B4-BE49-F238E27FC236}">
                <a16:creationId xmlns:a16="http://schemas.microsoft.com/office/drawing/2014/main" id="{07F18567-9326-411F-BA8D-561D58C7DD91}"/>
              </a:ext>
            </a:extLst>
          </p:cNvPr>
          <p:cNvSpPr>
            <a:spLocks noGrp="1"/>
          </p:cNvSpPr>
          <p:nvPr>
            <p:ph type="body" sz="quarter" idx="33" hasCustomPrompt="1"/>
          </p:nvPr>
        </p:nvSpPr>
        <p:spPr>
          <a:xfrm>
            <a:off x="1547229" y="3106128"/>
            <a:ext cx="2178858" cy="745593"/>
          </a:xfrm>
        </p:spPr>
        <p:txBody>
          <a:bodyPr anchor="ctr">
            <a:normAutofit/>
          </a:bodyPr>
          <a:lstStyle>
            <a:lvl1pPr marL="0" indent="0" algn="ctr">
              <a:buFont typeface="Arial" panose="020B0604020202020204" pitchFamily="34" charset="0"/>
              <a:buNone/>
              <a:defRPr sz="2800">
                <a:solidFill>
                  <a:schemeClr val="accent3"/>
                </a:solidFill>
                <a:latin typeface="+mj-lt"/>
              </a:defRPr>
            </a:lvl1pPr>
          </a:lstStyle>
          <a:p>
            <a:pPr lvl="0"/>
            <a:r>
              <a:rPr lang="en-US"/>
              <a:t>Bullet 1</a:t>
            </a:r>
            <a:endParaRPr lang="en-ZA"/>
          </a:p>
        </p:txBody>
      </p:sp>
      <p:sp>
        <p:nvSpPr>
          <p:cNvPr id="10" name="Text Placeholder 10">
            <a:extLst>
              <a:ext uri="{FF2B5EF4-FFF2-40B4-BE49-F238E27FC236}">
                <a16:creationId xmlns:a16="http://schemas.microsoft.com/office/drawing/2014/main" id="{39809F78-EA1B-4C23-A53E-7DE8B4A6AE1D}"/>
              </a:ext>
            </a:extLst>
          </p:cNvPr>
          <p:cNvSpPr>
            <a:spLocks noGrp="1"/>
          </p:cNvSpPr>
          <p:nvPr>
            <p:ph type="body" sz="quarter" idx="34" hasCustomPrompt="1"/>
          </p:nvPr>
        </p:nvSpPr>
        <p:spPr>
          <a:xfrm>
            <a:off x="1547229" y="4333045"/>
            <a:ext cx="2178858" cy="1116118"/>
          </a:xfrm>
        </p:spPr>
        <p:txBody>
          <a:bodyPr>
            <a:normAutofit/>
          </a:bodyPr>
          <a:lstStyle>
            <a:lvl1pPr marL="0" indent="0" algn="ctr">
              <a:lnSpc>
                <a:spcPts val="1700"/>
              </a:lnSpc>
              <a:buNone/>
              <a:defRPr sz="1200">
                <a:solidFill>
                  <a:schemeClr val="accent3"/>
                </a:solidFill>
              </a:defRPr>
            </a:lvl1pPr>
          </a:lstStyle>
          <a:p>
            <a:pPr lvl="0"/>
            <a:r>
              <a:rPr lang="en-US"/>
              <a:t>Bullet Description</a:t>
            </a:r>
            <a:endParaRPr lang="en-ZA"/>
          </a:p>
        </p:txBody>
      </p:sp>
      <p:cxnSp>
        <p:nvCxnSpPr>
          <p:cNvPr id="26" name="Straight Connector 25">
            <a:extLst>
              <a:ext uri="{FF2B5EF4-FFF2-40B4-BE49-F238E27FC236}">
                <a16:creationId xmlns:a16="http://schemas.microsoft.com/office/drawing/2014/main" id="{C2FC193C-7F61-40CA-B97F-DE9D338DC965}"/>
              </a:ext>
            </a:extLst>
          </p:cNvPr>
          <p:cNvCxnSpPr>
            <a:cxnSpLocks/>
          </p:cNvCxnSpPr>
          <p:nvPr userDrawn="1"/>
        </p:nvCxnSpPr>
        <p:spPr>
          <a:xfrm>
            <a:off x="2179458" y="4036859"/>
            <a:ext cx="9144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0A93A97B-BCBE-41A6-8F7C-75F49A3E9414}"/>
              </a:ext>
            </a:extLst>
          </p:cNvPr>
          <p:cNvSpPr/>
          <p:nvPr userDrawn="1"/>
        </p:nvSpPr>
        <p:spPr>
          <a:xfrm>
            <a:off x="8043609" y="2719393"/>
            <a:ext cx="3073400" cy="304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 Placeholder 8">
            <a:extLst>
              <a:ext uri="{FF2B5EF4-FFF2-40B4-BE49-F238E27FC236}">
                <a16:creationId xmlns:a16="http://schemas.microsoft.com/office/drawing/2014/main" id="{C740CCCA-3569-463C-B2AC-A5A7F0D4978C}"/>
              </a:ext>
            </a:extLst>
          </p:cNvPr>
          <p:cNvSpPr>
            <a:spLocks noGrp="1"/>
          </p:cNvSpPr>
          <p:nvPr>
            <p:ph type="body" sz="quarter" idx="35" hasCustomPrompt="1"/>
          </p:nvPr>
        </p:nvSpPr>
        <p:spPr>
          <a:xfrm>
            <a:off x="8490880" y="3106128"/>
            <a:ext cx="2178858" cy="745593"/>
          </a:xfrm>
        </p:spPr>
        <p:txBody>
          <a:bodyPr anchor="ctr">
            <a:normAutofit/>
          </a:bodyPr>
          <a:lstStyle>
            <a:lvl1pPr marL="0" indent="0" algn="ctr">
              <a:buFont typeface="Arial" panose="020B0604020202020204" pitchFamily="34" charset="0"/>
              <a:buNone/>
              <a:defRPr sz="2800">
                <a:solidFill>
                  <a:schemeClr val="accent3"/>
                </a:solidFill>
                <a:latin typeface="+mj-lt"/>
              </a:defRPr>
            </a:lvl1pPr>
          </a:lstStyle>
          <a:p>
            <a:pPr lvl="0"/>
            <a:r>
              <a:rPr lang="en-US"/>
              <a:t>Bullet 1</a:t>
            </a:r>
            <a:endParaRPr lang="en-ZA"/>
          </a:p>
        </p:txBody>
      </p:sp>
      <p:sp>
        <p:nvSpPr>
          <p:cNvPr id="27" name="Text Placeholder 10">
            <a:extLst>
              <a:ext uri="{FF2B5EF4-FFF2-40B4-BE49-F238E27FC236}">
                <a16:creationId xmlns:a16="http://schemas.microsoft.com/office/drawing/2014/main" id="{F8CE8B97-7C16-44A0-BFB9-F96C5984325B}"/>
              </a:ext>
            </a:extLst>
          </p:cNvPr>
          <p:cNvSpPr>
            <a:spLocks noGrp="1"/>
          </p:cNvSpPr>
          <p:nvPr>
            <p:ph type="body" sz="quarter" idx="36" hasCustomPrompt="1"/>
          </p:nvPr>
        </p:nvSpPr>
        <p:spPr>
          <a:xfrm>
            <a:off x="8490880" y="4333045"/>
            <a:ext cx="2178858" cy="1116118"/>
          </a:xfrm>
        </p:spPr>
        <p:txBody>
          <a:bodyPr>
            <a:normAutofit/>
          </a:bodyPr>
          <a:lstStyle>
            <a:lvl1pPr marL="0" indent="0" algn="ctr">
              <a:lnSpc>
                <a:spcPts val="1700"/>
              </a:lnSpc>
              <a:buNone/>
              <a:defRPr sz="1200">
                <a:solidFill>
                  <a:schemeClr val="accent3"/>
                </a:solidFill>
              </a:defRPr>
            </a:lvl1pPr>
          </a:lstStyle>
          <a:p>
            <a:pPr lvl="0"/>
            <a:r>
              <a:rPr lang="en-US"/>
              <a:t>Bullet Description</a:t>
            </a:r>
            <a:endParaRPr lang="en-ZA"/>
          </a:p>
        </p:txBody>
      </p:sp>
      <p:cxnSp>
        <p:nvCxnSpPr>
          <p:cNvPr id="29" name="Straight Connector 28">
            <a:extLst>
              <a:ext uri="{FF2B5EF4-FFF2-40B4-BE49-F238E27FC236}">
                <a16:creationId xmlns:a16="http://schemas.microsoft.com/office/drawing/2014/main" id="{DE2C4107-B380-4B54-A179-81B6EE4FE61C}"/>
              </a:ext>
            </a:extLst>
          </p:cNvPr>
          <p:cNvCxnSpPr>
            <a:cxnSpLocks/>
          </p:cNvCxnSpPr>
          <p:nvPr userDrawn="1"/>
        </p:nvCxnSpPr>
        <p:spPr>
          <a:xfrm>
            <a:off x="9123109" y="4036859"/>
            <a:ext cx="9144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F1DCE194-0C0A-4B39-AC60-F38FF6DF9302}"/>
              </a:ext>
            </a:extLst>
          </p:cNvPr>
          <p:cNvSpPr/>
          <p:nvPr userDrawn="1"/>
        </p:nvSpPr>
        <p:spPr>
          <a:xfrm>
            <a:off x="4559300" y="2719393"/>
            <a:ext cx="3073400" cy="304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ext Placeholder 8">
            <a:extLst>
              <a:ext uri="{FF2B5EF4-FFF2-40B4-BE49-F238E27FC236}">
                <a16:creationId xmlns:a16="http://schemas.microsoft.com/office/drawing/2014/main" id="{89436B85-0AC5-4B9C-991F-09BD4B25D6D7}"/>
              </a:ext>
            </a:extLst>
          </p:cNvPr>
          <p:cNvSpPr>
            <a:spLocks noGrp="1"/>
          </p:cNvSpPr>
          <p:nvPr>
            <p:ph type="body" sz="quarter" idx="37" hasCustomPrompt="1"/>
          </p:nvPr>
        </p:nvSpPr>
        <p:spPr>
          <a:xfrm>
            <a:off x="5006571" y="3106128"/>
            <a:ext cx="2178858" cy="745593"/>
          </a:xfrm>
        </p:spPr>
        <p:txBody>
          <a:bodyPr anchor="ctr">
            <a:normAutofit/>
          </a:bodyPr>
          <a:lstStyle>
            <a:lvl1pPr marL="0" indent="0" algn="ctr">
              <a:buFont typeface="Arial" panose="020B0604020202020204" pitchFamily="34" charset="0"/>
              <a:buNone/>
              <a:defRPr sz="2800">
                <a:solidFill>
                  <a:schemeClr val="accent3"/>
                </a:solidFill>
                <a:latin typeface="+mj-lt"/>
              </a:defRPr>
            </a:lvl1pPr>
          </a:lstStyle>
          <a:p>
            <a:pPr lvl="0"/>
            <a:r>
              <a:rPr lang="en-US"/>
              <a:t>Bullet 1</a:t>
            </a:r>
            <a:endParaRPr lang="en-ZA"/>
          </a:p>
        </p:txBody>
      </p:sp>
      <p:sp>
        <p:nvSpPr>
          <p:cNvPr id="33" name="Text Placeholder 10">
            <a:extLst>
              <a:ext uri="{FF2B5EF4-FFF2-40B4-BE49-F238E27FC236}">
                <a16:creationId xmlns:a16="http://schemas.microsoft.com/office/drawing/2014/main" id="{A5815370-788B-420F-8599-14DD0C007C09}"/>
              </a:ext>
            </a:extLst>
          </p:cNvPr>
          <p:cNvSpPr>
            <a:spLocks noGrp="1"/>
          </p:cNvSpPr>
          <p:nvPr>
            <p:ph type="body" sz="quarter" idx="38" hasCustomPrompt="1"/>
          </p:nvPr>
        </p:nvSpPr>
        <p:spPr>
          <a:xfrm>
            <a:off x="5006571" y="4333045"/>
            <a:ext cx="2178858" cy="1116118"/>
          </a:xfrm>
        </p:spPr>
        <p:txBody>
          <a:bodyPr>
            <a:normAutofit/>
          </a:bodyPr>
          <a:lstStyle>
            <a:lvl1pPr marL="0" indent="0" algn="ctr">
              <a:lnSpc>
                <a:spcPts val="1700"/>
              </a:lnSpc>
              <a:buNone/>
              <a:defRPr sz="1200">
                <a:solidFill>
                  <a:schemeClr val="accent3"/>
                </a:solidFill>
              </a:defRPr>
            </a:lvl1pPr>
          </a:lstStyle>
          <a:p>
            <a:pPr lvl="0"/>
            <a:r>
              <a:rPr lang="en-US"/>
              <a:t>Bullet Description</a:t>
            </a:r>
            <a:endParaRPr lang="en-ZA"/>
          </a:p>
        </p:txBody>
      </p:sp>
      <p:cxnSp>
        <p:nvCxnSpPr>
          <p:cNvPr id="34" name="Straight Connector 33">
            <a:extLst>
              <a:ext uri="{FF2B5EF4-FFF2-40B4-BE49-F238E27FC236}">
                <a16:creationId xmlns:a16="http://schemas.microsoft.com/office/drawing/2014/main" id="{7B9BE1E5-4A83-4CB5-9052-BC1A7677D705}"/>
              </a:ext>
            </a:extLst>
          </p:cNvPr>
          <p:cNvCxnSpPr>
            <a:cxnSpLocks/>
          </p:cNvCxnSpPr>
          <p:nvPr userDrawn="1"/>
        </p:nvCxnSpPr>
        <p:spPr>
          <a:xfrm>
            <a:off x="5638800" y="4036859"/>
            <a:ext cx="9144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Date Placeholder 2">
            <a:extLst>
              <a:ext uri="{FF2B5EF4-FFF2-40B4-BE49-F238E27FC236}">
                <a16:creationId xmlns:a16="http://schemas.microsoft.com/office/drawing/2014/main" id="{C3697011-E6CC-4901-995E-295A6B2A1FB1}"/>
              </a:ext>
            </a:extLst>
          </p:cNvPr>
          <p:cNvSpPr>
            <a:spLocks noGrp="1"/>
          </p:cNvSpPr>
          <p:nvPr>
            <p:ph type="dt" sz="half" idx="10"/>
          </p:nvPr>
        </p:nvSpPr>
        <p:spPr>
          <a:xfrm>
            <a:off x="838200" y="6356350"/>
            <a:ext cx="2743200" cy="365125"/>
          </a:xfrm>
        </p:spPr>
        <p:txBody>
          <a:bodyPr/>
          <a:lstStyle>
            <a:lvl1pPr>
              <a:defRPr>
                <a:solidFill>
                  <a:schemeClr val="accent1"/>
                </a:solidFill>
              </a:defRPr>
            </a:lvl1pPr>
          </a:lstStyle>
          <a:p>
            <a:r>
              <a:rPr lang="en-US"/>
              <a:t>6/22/20XX</a:t>
            </a:r>
            <a:endParaRPr lang="en-US" dirty="0"/>
          </a:p>
        </p:txBody>
      </p:sp>
      <p:sp>
        <p:nvSpPr>
          <p:cNvPr id="36" name="Footer Placeholder 3">
            <a:extLst>
              <a:ext uri="{FF2B5EF4-FFF2-40B4-BE49-F238E27FC236}">
                <a16:creationId xmlns:a16="http://schemas.microsoft.com/office/drawing/2014/main" id="{EA6FBB3A-E08E-4C9D-A6BC-A443762939C0}"/>
              </a:ext>
            </a:extLst>
          </p:cNvPr>
          <p:cNvSpPr>
            <a:spLocks noGrp="1"/>
          </p:cNvSpPr>
          <p:nvPr>
            <p:ph type="ftr" sz="quarter" idx="11"/>
          </p:nvPr>
        </p:nvSpPr>
        <p:spPr>
          <a:xfrm>
            <a:off x="4038600" y="6356350"/>
            <a:ext cx="4114800" cy="365125"/>
          </a:xfrm>
        </p:spPr>
        <p:txBody>
          <a:bodyPr/>
          <a:lstStyle>
            <a:lvl1pPr>
              <a:defRPr>
                <a:solidFill>
                  <a:schemeClr val="accent1"/>
                </a:solidFill>
              </a:defRPr>
            </a:lvl1pPr>
          </a:lstStyle>
          <a:p>
            <a:r>
              <a:rPr lang="en-US" dirty="0"/>
              <a:t>Pitch deck</a:t>
            </a:r>
          </a:p>
        </p:txBody>
      </p:sp>
      <p:sp>
        <p:nvSpPr>
          <p:cNvPr id="37" name="Slide Number Placeholder 4">
            <a:extLst>
              <a:ext uri="{FF2B5EF4-FFF2-40B4-BE49-F238E27FC236}">
                <a16:creationId xmlns:a16="http://schemas.microsoft.com/office/drawing/2014/main" id="{741F3B34-2439-43D5-886C-2652B0BFD186}"/>
              </a:ext>
            </a:extLst>
          </p:cNvPr>
          <p:cNvSpPr>
            <a:spLocks noGrp="1"/>
          </p:cNvSpPr>
          <p:nvPr>
            <p:ph type="sldNum" sz="quarter" idx="12"/>
          </p:nvPr>
        </p:nvSpPr>
        <p:spPr>
          <a:xfrm>
            <a:off x="8610600" y="6356350"/>
            <a:ext cx="2743200" cy="365125"/>
          </a:xfrm>
        </p:spPr>
        <p:txBody>
          <a:bodyPr/>
          <a:lstStyle>
            <a:lvl1pPr>
              <a:defRPr>
                <a:solidFill>
                  <a:schemeClr val="accent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1920513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4CF7930-2AA6-47D6-A0F2-438A1BDA76F6}"/>
              </a:ext>
            </a:extLst>
          </p:cNvPr>
          <p:cNvSpPr/>
          <p:nvPr userDrawn="1"/>
        </p:nvSpPr>
        <p:spPr>
          <a:xfrm>
            <a:off x="7551735" y="0"/>
            <a:ext cx="464026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Date Placeholder 6">
            <a:extLst>
              <a:ext uri="{FF2B5EF4-FFF2-40B4-BE49-F238E27FC236}">
                <a16:creationId xmlns:a16="http://schemas.microsoft.com/office/drawing/2014/main" id="{860A2F77-6CFB-4347-9224-EFAA0C0EF3DB}"/>
              </a:ext>
            </a:extLst>
          </p:cNvPr>
          <p:cNvSpPr>
            <a:spLocks noGrp="1"/>
          </p:cNvSpPr>
          <p:nvPr>
            <p:ph type="dt" sz="half" idx="10"/>
          </p:nvPr>
        </p:nvSpPr>
        <p:spPr/>
        <p:txBody>
          <a:bodyPr/>
          <a:lstStyle>
            <a:lvl1pPr>
              <a:defRPr>
                <a:solidFill>
                  <a:schemeClr val="accent3">
                    <a:lumMod val="60000"/>
                    <a:lumOff val="40000"/>
                  </a:schemeClr>
                </a:solidFill>
              </a:defRPr>
            </a:lvl1pPr>
          </a:lstStyle>
          <a:p>
            <a:r>
              <a:rPr lang="en-US"/>
              <a:t>6/22/20XX</a:t>
            </a:r>
            <a:endParaRPr lang="en-US" dirty="0"/>
          </a:p>
        </p:txBody>
      </p:sp>
      <p:sp>
        <p:nvSpPr>
          <p:cNvPr id="8" name="Footer Placeholder 7">
            <a:extLst>
              <a:ext uri="{FF2B5EF4-FFF2-40B4-BE49-F238E27FC236}">
                <a16:creationId xmlns:a16="http://schemas.microsoft.com/office/drawing/2014/main" id="{97C1F45E-8700-4861-AD21-BB7A09E1305A}"/>
              </a:ext>
            </a:extLst>
          </p:cNvPr>
          <p:cNvSpPr>
            <a:spLocks noGrp="1"/>
          </p:cNvSpPr>
          <p:nvPr>
            <p:ph type="ftr" sz="quarter" idx="11"/>
          </p:nvPr>
        </p:nvSpPr>
        <p:spPr/>
        <p:txBody>
          <a:bodyPr/>
          <a:lstStyle>
            <a:lvl1pPr>
              <a:defRPr>
                <a:solidFill>
                  <a:schemeClr val="accent3">
                    <a:lumMod val="60000"/>
                    <a:lumOff val="40000"/>
                  </a:schemeClr>
                </a:solidFill>
              </a:defRPr>
            </a:lvl1pPr>
          </a:lstStyle>
          <a:p>
            <a:r>
              <a:rPr lang="en-US" dirty="0"/>
              <a:t>Pitch deck</a:t>
            </a:r>
          </a:p>
        </p:txBody>
      </p:sp>
      <p:sp>
        <p:nvSpPr>
          <p:cNvPr id="9" name="Slide Number Placeholder 8">
            <a:extLst>
              <a:ext uri="{FF2B5EF4-FFF2-40B4-BE49-F238E27FC236}">
                <a16:creationId xmlns:a16="http://schemas.microsoft.com/office/drawing/2014/main" id="{B7283171-31EE-44C7-A031-9F840EDEC10C}"/>
              </a:ext>
            </a:extLst>
          </p:cNvPr>
          <p:cNvSpPr>
            <a:spLocks noGrp="1"/>
          </p:cNvSpPr>
          <p:nvPr>
            <p:ph type="sldNum" sz="quarter" idx="12"/>
          </p:nvPr>
        </p:nvSpPr>
        <p:spPr/>
        <p:txBody>
          <a:bodyPr/>
          <a:lstStyle>
            <a:lvl1pPr>
              <a:defRPr>
                <a:solidFill>
                  <a:schemeClr val="accent1"/>
                </a:solidFill>
              </a:defRPr>
            </a:lvl1pPr>
          </a:lstStyle>
          <a:p>
            <a:fld id="{B5CEABB6-07DC-46E8-9B57-56EC44A396E5}" type="slidenum">
              <a:rPr lang="en-US" smtClean="0"/>
              <a:pPr/>
              <a:t>‹#›</a:t>
            </a:fld>
            <a:endParaRPr lang="en-US" dirty="0"/>
          </a:p>
        </p:txBody>
      </p:sp>
      <p:pic>
        <p:nvPicPr>
          <p:cNvPr id="14" name="Picture 13">
            <a:extLst>
              <a:ext uri="{FF2B5EF4-FFF2-40B4-BE49-F238E27FC236}">
                <a16:creationId xmlns:a16="http://schemas.microsoft.com/office/drawing/2014/main" id="{775779ED-1BC5-487B-8B42-16D736E7ADC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247467" y="0"/>
            <a:ext cx="304268" cy="6858000"/>
          </a:xfrm>
          <a:prstGeom prst="rect">
            <a:avLst/>
          </a:prstGeom>
        </p:spPr>
      </p:pic>
      <p:sp>
        <p:nvSpPr>
          <p:cNvPr id="18" name="Content Placeholder 2">
            <a:extLst>
              <a:ext uri="{FF2B5EF4-FFF2-40B4-BE49-F238E27FC236}">
                <a16:creationId xmlns:a16="http://schemas.microsoft.com/office/drawing/2014/main" id="{E5BF40A6-F21A-4A84-8F8C-11A4BBCD9B66}"/>
              </a:ext>
            </a:extLst>
          </p:cNvPr>
          <p:cNvSpPr>
            <a:spLocks noGrp="1"/>
          </p:cNvSpPr>
          <p:nvPr>
            <p:ph idx="1"/>
          </p:nvPr>
        </p:nvSpPr>
        <p:spPr>
          <a:xfrm>
            <a:off x="1162050" y="4347256"/>
            <a:ext cx="3975804" cy="1829706"/>
          </a:xfrm>
        </p:spPr>
        <p:txBody>
          <a:bodyPr lIns="0" rIns="0">
            <a:normAutofit/>
          </a:bodyPr>
          <a:lstStyle>
            <a:lvl1pPr marL="0" indent="0">
              <a:lnSpc>
                <a:spcPts val="1700"/>
              </a:lnSpc>
              <a:buNone/>
              <a:defRPr sz="1200">
                <a:solidFill>
                  <a:schemeClr val="accent3"/>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p:txBody>
      </p:sp>
      <p:cxnSp>
        <p:nvCxnSpPr>
          <p:cNvPr id="19" name="Straight Connector 18">
            <a:extLst>
              <a:ext uri="{FF2B5EF4-FFF2-40B4-BE49-F238E27FC236}">
                <a16:creationId xmlns:a16="http://schemas.microsoft.com/office/drawing/2014/main" id="{6DCCE84A-20A5-4E69-9CF9-78FA30B351AC}"/>
              </a:ext>
            </a:extLst>
          </p:cNvPr>
          <p:cNvCxnSpPr>
            <a:cxnSpLocks/>
          </p:cNvCxnSpPr>
          <p:nvPr userDrawn="1"/>
        </p:nvCxnSpPr>
        <p:spPr>
          <a:xfrm>
            <a:off x="1162050" y="2333625"/>
            <a:ext cx="0" cy="1291318"/>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20" name="Title 1">
            <a:extLst>
              <a:ext uri="{FF2B5EF4-FFF2-40B4-BE49-F238E27FC236}">
                <a16:creationId xmlns:a16="http://schemas.microsoft.com/office/drawing/2014/main" id="{A7D45E80-A572-4F1F-A6DC-46C7E86A6F11}"/>
              </a:ext>
            </a:extLst>
          </p:cNvPr>
          <p:cNvSpPr>
            <a:spLocks noGrp="1"/>
          </p:cNvSpPr>
          <p:nvPr>
            <p:ph type="title"/>
          </p:nvPr>
        </p:nvSpPr>
        <p:spPr>
          <a:xfrm>
            <a:off x="1162049" y="523875"/>
            <a:ext cx="4514849" cy="1514476"/>
          </a:xfrm>
        </p:spPr>
        <p:txBody>
          <a:bodyPr lIns="0" rIns="0" anchor="b"/>
          <a:lstStyle>
            <a:lvl1pPr>
              <a:defRPr>
                <a:solidFill>
                  <a:schemeClr val="accent3"/>
                </a:solidFill>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t>Click to edit Master title style</a:t>
            </a:r>
          </a:p>
        </p:txBody>
      </p:sp>
      <p:sp>
        <p:nvSpPr>
          <p:cNvPr id="23" name="Text Placeholder 22">
            <a:extLst>
              <a:ext uri="{FF2B5EF4-FFF2-40B4-BE49-F238E27FC236}">
                <a16:creationId xmlns:a16="http://schemas.microsoft.com/office/drawing/2014/main" id="{4EEF521D-CBF5-4B15-9226-23563A8C3AA5}"/>
              </a:ext>
            </a:extLst>
          </p:cNvPr>
          <p:cNvSpPr>
            <a:spLocks noGrp="1"/>
          </p:cNvSpPr>
          <p:nvPr>
            <p:ph type="body" sz="quarter" idx="13"/>
          </p:nvPr>
        </p:nvSpPr>
        <p:spPr>
          <a:xfrm>
            <a:off x="1161346" y="3956731"/>
            <a:ext cx="3975804" cy="390525"/>
          </a:xfrm>
        </p:spPr>
        <p:txBody>
          <a:bodyPr lIns="0">
            <a:noAutofit/>
          </a:bodyPr>
          <a:lstStyle>
            <a:lvl1pPr marL="0" indent="0">
              <a:buNone/>
              <a:defRPr sz="1200" b="1">
                <a:solidFill>
                  <a:schemeClr val="accent3"/>
                </a:solidFill>
              </a:defRPr>
            </a:lvl1pPr>
          </a:lstStyle>
          <a:p>
            <a:pPr lvl="0"/>
            <a:r>
              <a:rPr lang="en-US"/>
              <a:t>Click to edit Master text styles</a:t>
            </a:r>
          </a:p>
        </p:txBody>
      </p:sp>
      <p:sp>
        <p:nvSpPr>
          <p:cNvPr id="25" name="Content Placeholder 2">
            <a:extLst>
              <a:ext uri="{FF2B5EF4-FFF2-40B4-BE49-F238E27FC236}">
                <a16:creationId xmlns:a16="http://schemas.microsoft.com/office/drawing/2014/main" id="{B85B4523-BC07-42A3-8A4D-5E2D9CAE0DA3}"/>
              </a:ext>
            </a:extLst>
          </p:cNvPr>
          <p:cNvSpPr>
            <a:spLocks noGrp="1"/>
          </p:cNvSpPr>
          <p:nvPr>
            <p:ph idx="14"/>
          </p:nvPr>
        </p:nvSpPr>
        <p:spPr>
          <a:xfrm>
            <a:off x="7920887" y="2856735"/>
            <a:ext cx="3902664" cy="712731"/>
          </a:xfrm>
        </p:spPr>
        <p:txBody>
          <a:bodyPr lIns="0" rIns="0">
            <a:normAutofit/>
          </a:bodyPr>
          <a:lstStyle>
            <a:lvl1pPr marL="0" indent="0" algn="ctr">
              <a:lnSpc>
                <a:spcPts val="1700"/>
              </a:lnSpc>
              <a:buNone/>
              <a:defRPr sz="120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p:txBody>
      </p:sp>
      <p:sp>
        <p:nvSpPr>
          <p:cNvPr id="26" name="Text Placeholder 22">
            <a:extLst>
              <a:ext uri="{FF2B5EF4-FFF2-40B4-BE49-F238E27FC236}">
                <a16:creationId xmlns:a16="http://schemas.microsoft.com/office/drawing/2014/main" id="{534AB7F6-3491-4274-B3F2-F871EFB72027}"/>
              </a:ext>
            </a:extLst>
          </p:cNvPr>
          <p:cNvSpPr>
            <a:spLocks noGrp="1"/>
          </p:cNvSpPr>
          <p:nvPr>
            <p:ph type="body" sz="quarter" idx="15"/>
          </p:nvPr>
        </p:nvSpPr>
        <p:spPr>
          <a:xfrm>
            <a:off x="7920183" y="2542410"/>
            <a:ext cx="3902664" cy="390525"/>
          </a:xfrm>
        </p:spPr>
        <p:txBody>
          <a:bodyPr lIns="0">
            <a:noAutofit/>
          </a:bodyPr>
          <a:lstStyle>
            <a:lvl1pPr marL="0" indent="0" algn="ctr">
              <a:buNone/>
              <a:defRPr sz="1200" b="1">
                <a:solidFill>
                  <a:schemeClr val="accent1"/>
                </a:solidFill>
              </a:defRPr>
            </a:lvl1pPr>
          </a:lstStyle>
          <a:p>
            <a:pPr lvl="0"/>
            <a:r>
              <a:rPr lang="en-US"/>
              <a:t>Click to edit Master text styles</a:t>
            </a:r>
          </a:p>
        </p:txBody>
      </p:sp>
      <p:sp>
        <p:nvSpPr>
          <p:cNvPr id="28" name="Content Placeholder 2">
            <a:extLst>
              <a:ext uri="{FF2B5EF4-FFF2-40B4-BE49-F238E27FC236}">
                <a16:creationId xmlns:a16="http://schemas.microsoft.com/office/drawing/2014/main" id="{4B1BC6A9-C15F-4476-80D3-8E9A9A98B2F9}"/>
              </a:ext>
            </a:extLst>
          </p:cNvPr>
          <p:cNvSpPr>
            <a:spLocks noGrp="1"/>
          </p:cNvSpPr>
          <p:nvPr>
            <p:ph idx="16"/>
          </p:nvPr>
        </p:nvSpPr>
        <p:spPr>
          <a:xfrm>
            <a:off x="7920887" y="4162990"/>
            <a:ext cx="3902664" cy="712731"/>
          </a:xfrm>
        </p:spPr>
        <p:txBody>
          <a:bodyPr lIns="0" rIns="0">
            <a:normAutofit/>
          </a:bodyPr>
          <a:lstStyle>
            <a:lvl1pPr marL="0" indent="0" algn="ctr">
              <a:lnSpc>
                <a:spcPts val="1700"/>
              </a:lnSpc>
              <a:buNone/>
              <a:defRPr sz="120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p:txBody>
      </p:sp>
      <p:sp>
        <p:nvSpPr>
          <p:cNvPr id="29" name="Text Placeholder 22">
            <a:extLst>
              <a:ext uri="{FF2B5EF4-FFF2-40B4-BE49-F238E27FC236}">
                <a16:creationId xmlns:a16="http://schemas.microsoft.com/office/drawing/2014/main" id="{99021676-27CC-4430-A253-24147747F467}"/>
              </a:ext>
            </a:extLst>
          </p:cNvPr>
          <p:cNvSpPr>
            <a:spLocks noGrp="1"/>
          </p:cNvSpPr>
          <p:nvPr>
            <p:ph type="body" sz="quarter" idx="17"/>
          </p:nvPr>
        </p:nvSpPr>
        <p:spPr>
          <a:xfrm>
            <a:off x="7920183" y="3848665"/>
            <a:ext cx="3902664" cy="390525"/>
          </a:xfrm>
        </p:spPr>
        <p:txBody>
          <a:bodyPr lIns="0">
            <a:noAutofit/>
          </a:bodyPr>
          <a:lstStyle>
            <a:lvl1pPr marL="0" indent="0" algn="ctr">
              <a:buNone/>
              <a:defRPr sz="1200" b="1">
                <a:solidFill>
                  <a:schemeClr val="accent1"/>
                </a:solidFill>
              </a:defRPr>
            </a:lvl1pPr>
          </a:lstStyle>
          <a:p>
            <a:pPr lvl="0"/>
            <a:r>
              <a:rPr lang="en-US"/>
              <a:t>Click to edit Master text styles</a:t>
            </a:r>
          </a:p>
        </p:txBody>
      </p:sp>
      <p:sp>
        <p:nvSpPr>
          <p:cNvPr id="32" name="Content Placeholder 2">
            <a:extLst>
              <a:ext uri="{FF2B5EF4-FFF2-40B4-BE49-F238E27FC236}">
                <a16:creationId xmlns:a16="http://schemas.microsoft.com/office/drawing/2014/main" id="{9CDFC7FE-62FA-4943-BCDD-808A7ABBF21F}"/>
              </a:ext>
            </a:extLst>
          </p:cNvPr>
          <p:cNvSpPr>
            <a:spLocks noGrp="1"/>
          </p:cNvSpPr>
          <p:nvPr>
            <p:ph idx="18"/>
          </p:nvPr>
        </p:nvSpPr>
        <p:spPr>
          <a:xfrm>
            <a:off x="7920887" y="5469245"/>
            <a:ext cx="3902664" cy="712731"/>
          </a:xfrm>
        </p:spPr>
        <p:txBody>
          <a:bodyPr lIns="0" rIns="0">
            <a:normAutofit/>
          </a:bodyPr>
          <a:lstStyle>
            <a:lvl1pPr marL="0" indent="0" algn="ctr">
              <a:lnSpc>
                <a:spcPts val="1700"/>
              </a:lnSpc>
              <a:buNone/>
              <a:defRPr sz="120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p:txBody>
      </p:sp>
      <p:sp>
        <p:nvSpPr>
          <p:cNvPr id="33" name="Text Placeholder 22">
            <a:extLst>
              <a:ext uri="{FF2B5EF4-FFF2-40B4-BE49-F238E27FC236}">
                <a16:creationId xmlns:a16="http://schemas.microsoft.com/office/drawing/2014/main" id="{F0CD399E-155D-416D-8EF4-4190995DC162}"/>
              </a:ext>
            </a:extLst>
          </p:cNvPr>
          <p:cNvSpPr>
            <a:spLocks noGrp="1"/>
          </p:cNvSpPr>
          <p:nvPr>
            <p:ph type="body" sz="quarter" idx="19"/>
          </p:nvPr>
        </p:nvSpPr>
        <p:spPr>
          <a:xfrm>
            <a:off x="7920183" y="5154920"/>
            <a:ext cx="3902664" cy="390525"/>
          </a:xfrm>
        </p:spPr>
        <p:txBody>
          <a:bodyPr lIns="0">
            <a:noAutofit/>
          </a:bodyPr>
          <a:lstStyle>
            <a:lvl1pPr marL="0" indent="0" algn="ctr">
              <a:buNone/>
              <a:defRPr sz="1200" b="1">
                <a:solidFill>
                  <a:schemeClr val="accent1"/>
                </a:solidFill>
              </a:defRPr>
            </a:lvl1pPr>
          </a:lstStyle>
          <a:p>
            <a:pPr lvl="0"/>
            <a:r>
              <a:rPr lang="en-US"/>
              <a:t>Click to edit Master text styles</a:t>
            </a:r>
          </a:p>
        </p:txBody>
      </p:sp>
      <p:sp>
        <p:nvSpPr>
          <p:cNvPr id="34" name="Text Placeholder 22">
            <a:extLst>
              <a:ext uri="{FF2B5EF4-FFF2-40B4-BE49-F238E27FC236}">
                <a16:creationId xmlns:a16="http://schemas.microsoft.com/office/drawing/2014/main" id="{34648533-B8C6-451A-A70F-831EBFABA61B}"/>
              </a:ext>
            </a:extLst>
          </p:cNvPr>
          <p:cNvSpPr>
            <a:spLocks noGrp="1"/>
          </p:cNvSpPr>
          <p:nvPr>
            <p:ph type="body" sz="quarter" idx="20"/>
          </p:nvPr>
        </p:nvSpPr>
        <p:spPr>
          <a:xfrm>
            <a:off x="7920184" y="1652142"/>
            <a:ext cx="3902664" cy="390525"/>
          </a:xfrm>
        </p:spPr>
        <p:txBody>
          <a:bodyPr lIns="0">
            <a:noAutofit/>
          </a:bodyPr>
          <a:lstStyle>
            <a:lvl1pPr marL="0" indent="0" algn="ctr">
              <a:buNone/>
              <a:defRPr sz="1800" b="1">
                <a:solidFill>
                  <a:schemeClr val="accent1"/>
                </a:solidFill>
                <a:latin typeface="+mj-lt"/>
              </a:defRPr>
            </a:lvl1pPr>
          </a:lstStyle>
          <a:p>
            <a:pPr lvl="0"/>
            <a:r>
              <a:rPr lang="en-US"/>
              <a:t>Click to edit Master text styles</a:t>
            </a:r>
          </a:p>
        </p:txBody>
      </p:sp>
    </p:spTree>
    <p:extLst>
      <p:ext uri="{BB962C8B-B14F-4D97-AF65-F5344CB8AC3E}">
        <p14:creationId xmlns:p14="http://schemas.microsoft.com/office/powerpoint/2010/main" val="6926302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etiti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ZA"/>
          </a:p>
        </p:txBody>
      </p:sp>
      <p:sp>
        <p:nvSpPr>
          <p:cNvPr id="15" name="Text Placeholder 14">
            <a:extLst>
              <a:ext uri="{FF2B5EF4-FFF2-40B4-BE49-F238E27FC236}">
                <a16:creationId xmlns:a16="http://schemas.microsoft.com/office/drawing/2014/main" id="{75DDABA0-16CE-4E19-BE69-D9B7A7E49D8D}"/>
              </a:ext>
            </a:extLst>
          </p:cNvPr>
          <p:cNvSpPr>
            <a:spLocks noGrp="1"/>
          </p:cNvSpPr>
          <p:nvPr>
            <p:ph type="body" sz="quarter" idx="15" hasCustomPrompt="1"/>
          </p:nvPr>
        </p:nvSpPr>
        <p:spPr>
          <a:xfrm>
            <a:off x="5242517" y="1599947"/>
            <a:ext cx="1706965" cy="492025"/>
          </a:xfrm>
          <a:prstGeom prst="rect">
            <a:avLst/>
          </a:prstGeom>
        </p:spPr>
        <p:txBody>
          <a:bodyPr anchor="ctr">
            <a:noAutofit/>
          </a:bodyPr>
          <a:lstStyle>
            <a:lvl1pPr marL="0" indent="0" algn="ctr">
              <a:lnSpc>
                <a:spcPct val="100000"/>
              </a:lnSpc>
              <a:buNone/>
              <a:defRPr sz="1800" cap="none" spc="0" baseline="0">
                <a:solidFill>
                  <a:schemeClr val="accent4">
                    <a:lumMod val="20000"/>
                    <a:lumOff val="80000"/>
                  </a:schemeClr>
                </a:solidFill>
                <a:latin typeface="+mj-lt"/>
              </a:defRPr>
            </a:lvl1pPr>
          </a:lstStyle>
          <a:p>
            <a:pPr lvl="0"/>
            <a:r>
              <a:rPr lang="en-US"/>
              <a:t>Click to add name</a:t>
            </a:r>
          </a:p>
        </p:txBody>
      </p:sp>
      <p:sp>
        <p:nvSpPr>
          <p:cNvPr id="16" name="Text Placeholder 14">
            <a:extLst>
              <a:ext uri="{FF2B5EF4-FFF2-40B4-BE49-F238E27FC236}">
                <a16:creationId xmlns:a16="http://schemas.microsoft.com/office/drawing/2014/main" id="{9EFF9B48-1E60-4470-A40A-EA2726265BEE}"/>
              </a:ext>
            </a:extLst>
          </p:cNvPr>
          <p:cNvSpPr>
            <a:spLocks noGrp="1"/>
          </p:cNvSpPr>
          <p:nvPr>
            <p:ph type="body" sz="quarter" idx="17" hasCustomPrompt="1"/>
          </p:nvPr>
        </p:nvSpPr>
        <p:spPr>
          <a:xfrm>
            <a:off x="5242517" y="5468790"/>
            <a:ext cx="1706965" cy="492025"/>
          </a:xfrm>
          <a:prstGeom prst="rect">
            <a:avLst/>
          </a:prstGeom>
        </p:spPr>
        <p:txBody>
          <a:bodyPr anchor="ctr">
            <a:noAutofit/>
          </a:bodyPr>
          <a:lstStyle>
            <a:lvl1pPr marL="0" indent="0" algn="ctr">
              <a:lnSpc>
                <a:spcPct val="100000"/>
              </a:lnSpc>
              <a:buNone/>
              <a:defRPr sz="1800" cap="none" spc="0" baseline="0">
                <a:solidFill>
                  <a:schemeClr val="accent4">
                    <a:lumMod val="20000"/>
                    <a:lumOff val="80000"/>
                  </a:schemeClr>
                </a:solidFill>
                <a:latin typeface="+mj-lt"/>
              </a:defRPr>
            </a:lvl1pPr>
          </a:lstStyle>
          <a:p>
            <a:pPr lvl="0"/>
            <a:r>
              <a:rPr lang="en-US"/>
              <a:t>Click to add name</a:t>
            </a:r>
          </a:p>
        </p:txBody>
      </p:sp>
      <p:sp>
        <p:nvSpPr>
          <p:cNvPr id="17" name="Text Placeholder 14">
            <a:extLst>
              <a:ext uri="{FF2B5EF4-FFF2-40B4-BE49-F238E27FC236}">
                <a16:creationId xmlns:a16="http://schemas.microsoft.com/office/drawing/2014/main" id="{2886CA7A-CC77-44B3-A1CA-BBA33F221C4B}"/>
              </a:ext>
            </a:extLst>
          </p:cNvPr>
          <p:cNvSpPr>
            <a:spLocks noGrp="1"/>
          </p:cNvSpPr>
          <p:nvPr>
            <p:ph type="body" sz="quarter" idx="19" hasCustomPrompt="1"/>
          </p:nvPr>
        </p:nvSpPr>
        <p:spPr>
          <a:xfrm>
            <a:off x="8446329" y="3528829"/>
            <a:ext cx="1380681" cy="492025"/>
          </a:xfrm>
          <a:prstGeom prst="rect">
            <a:avLst/>
          </a:prstGeom>
        </p:spPr>
        <p:txBody>
          <a:bodyPr anchor="ctr">
            <a:noAutofit/>
          </a:bodyPr>
          <a:lstStyle>
            <a:lvl1pPr marL="0" indent="0" algn="ctr">
              <a:lnSpc>
                <a:spcPct val="100000"/>
              </a:lnSpc>
              <a:buNone/>
              <a:defRPr sz="1800" cap="none" spc="0" baseline="0">
                <a:solidFill>
                  <a:schemeClr val="accent4">
                    <a:lumMod val="20000"/>
                    <a:lumOff val="80000"/>
                  </a:schemeClr>
                </a:solidFill>
                <a:latin typeface="+mj-lt"/>
              </a:defRPr>
            </a:lvl1pPr>
          </a:lstStyle>
          <a:p>
            <a:pPr lvl="0"/>
            <a:r>
              <a:rPr lang="en-US"/>
              <a:t>Click to add name</a:t>
            </a:r>
          </a:p>
        </p:txBody>
      </p:sp>
      <p:sp>
        <p:nvSpPr>
          <p:cNvPr id="18" name="Text Placeholder 14">
            <a:extLst>
              <a:ext uri="{FF2B5EF4-FFF2-40B4-BE49-F238E27FC236}">
                <a16:creationId xmlns:a16="http://schemas.microsoft.com/office/drawing/2014/main" id="{2132A9FB-F78E-4979-8041-C3FA3A93D81B}"/>
              </a:ext>
            </a:extLst>
          </p:cNvPr>
          <p:cNvSpPr>
            <a:spLocks noGrp="1"/>
          </p:cNvSpPr>
          <p:nvPr>
            <p:ph type="body" sz="quarter" idx="20" hasCustomPrompt="1"/>
          </p:nvPr>
        </p:nvSpPr>
        <p:spPr>
          <a:xfrm>
            <a:off x="3738732" y="2378452"/>
            <a:ext cx="1183179" cy="492025"/>
          </a:xfrm>
          <a:prstGeom prst="rect">
            <a:avLst/>
          </a:prstGeom>
        </p:spPr>
        <p:txBody>
          <a:bodyPr anchor="ctr">
            <a:noAutofit/>
          </a:bodyPr>
          <a:lstStyle>
            <a:lvl1pPr marL="0" indent="0" algn="ctr">
              <a:lnSpc>
                <a:spcPct val="100000"/>
              </a:lnSpc>
              <a:buNone/>
              <a:defRPr sz="1050" cap="none" spc="0" baseline="0">
                <a:solidFill>
                  <a:schemeClr val="accent1">
                    <a:lumMod val="90000"/>
                  </a:schemeClr>
                </a:solidFill>
                <a:latin typeface="+mn-lt"/>
              </a:defRPr>
            </a:lvl1pPr>
          </a:lstStyle>
          <a:p>
            <a:pPr lvl="0"/>
            <a:r>
              <a:rPr lang="en-US"/>
              <a:t>Click to add name</a:t>
            </a:r>
          </a:p>
        </p:txBody>
      </p:sp>
      <p:sp>
        <p:nvSpPr>
          <p:cNvPr id="19" name="Text Placeholder 14">
            <a:extLst>
              <a:ext uri="{FF2B5EF4-FFF2-40B4-BE49-F238E27FC236}">
                <a16:creationId xmlns:a16="http://schemas.microsoft.com/office/drawing/2014/main" id="{2A01AEF9-4E0C-4384-AAB1-9B179A87913E}"/>
              </a:ext>
            </a:extLst>
          </p:cNvPr>
          <p:cNvSpPr>
            <a:spLocks noGrp="1"/>
          </p:cNvSpPr>
          <p:nvPr>
            <p:ph type="body" sz="quarter" idx="21" hasCustomPrompt="1"/>
          </p:nvPr>
        </p:nvSpPr>
        <p:spPr>
          <a:xfrm>
            <a:off x="4175224" y="4459860"/>
            <a:ext cx="1183179" cy="492025"/>
          </a:xfrm>
          <a:prstGeom prst="rect">
            <a:avLst/>
          </a:prstGeom>
        </p:spPr>
        <p:txBody>
          <a:bodyPr anchor="ctr">
            <a:noAutofit/>
          </a:bodyPr>
          <a:lstStyle>
            <a:lvl1pPr marL="0" indent="0" algn="ctr">
              <a:lnSpc>
                <a:spcPct val="100000"/>
              </a:lnSpc>
              <a:buNone/>
              <a:defRPr sz="1050" cap="none" spc="0" baseline="0">
                <a:solidFill>
                  <a:schemeClr val="accent1">
                    <a:lumMod val="90000"/>
                  </a:schemeClr>
                </a:solidFill>
                <a:latin typeface="+mn-lt"/>
              </a:defRPr>
            </a:lvl1pPr>
          </a:lstStyle>
          <a:p>
            <a:pPr lvl="0"/>
            <a:r>
              <a:rPr lang="en-US"/>
              <a:t>Click to add name</a:t>
            </a:r>
          </a:p>
        </p:txBody>
      </p:sp>
      <p:sp>
        <p:nvSpPr>
          <p:cNvPr id="20" name="Text Placeholder 14">
            <a:extLst>
              <a:ext uri="{FF2B5EF4-FFF2-40B4-BE49-F238E27FC236}">
                <a16:creationId xmlns:a16="http://schemas.microsoft.com/office/drawing/2014/main" id="{08B5B546-0DF9-45E4-A795-FE967C5ECD4A}"/>
              </a:ext>
            </a:extLst>
          </p:cNvPr>
          <p:cNvSpPr>
            <a:spLocks noGrp="1"/>
          </p:cNvSpPr>
          <p:nvPr>
            <p:ph type="body" sz="quarter" idx="22" hasCustomPrompt="1"/>
          </p:nvPr>
        </p:nvSpPr>
        <p:spPr>
          <a:xfrm>
            <a:off x="2637747" y="4634331"/>
            <a:ext cx="1183179" cy="492025"/>
          </a:xfrm>
          <a:prstGeom prst="rect">
            <a:avLst/>
          </a:prstGeom>
        </p:spPr>
        <p:txBody>
          <a:bodyPr anchor="ctr">
            <a:noAutofit/>
          </a:bodyPr>
          <a:lstStyle>
            <a:lvl1pPr marL="0" indent="0" algn="ctr">
              <a:lnSpc>
                <a:spcPct val="100000"/>
              </a:lnSpc>
              <a:buNone/>
              <a:defRPr sz="1050" cap="none" spc="0" baseline="0">
                <a:solidFill>
                  <a:schemeClr val="accent1">
                    <a:lumMod val="90000"/>
                  </a:schemeClr>
                </a:solidFill>
                <a:latin typeface="+mn-lt"/>
              </a:defRPr>
            </a:lvl1pPr>
          </a:lstStyle>
          <a:p>
            <a:pPr lvl="0"/>
            <a:r>
              <a:rPr lang="en-US"/>
              <a:t>Click to add name</a:t>
            </a:r>
          </a:p>
        </p:txBody>
      </p:sp>
      <p:sp>
        <p:nvSpPr>
          <p:cNvPr id="21" name="Text Placeholder 14">
            <a:extLst>
              <a:ext uri="{FF2B5EF4-FFF2-40B4-BE49-F238E27FC236}">
                <a16:creationId xmlns:a16="http://schemas.microsoft.com/office/drawing/2014/main" id="{B68C7EB3-2B31-41FF-89E8-F0EBD7662178}"/>
              </a:ext>
            </a:extLst>
          </p:cNvPr>
          <p:cNvSpPr>
            <a:spLocks noGrp="1"/>
          </p:cNvSpPr>
          <p:nvPr>
            <p:ph type="body" sz="quarter" idx="23" hasCustomPrompt="1"/>
          </p:nvPr>
        </p:nvSpPr>
        <p:spPr>
          <a:xfrm>
            <a:off x="6552714" y="4321788"/>
            <a:ext cx="1183179" cy="492025"/>
          </a:xfrm>
          <a:prstGeom prst="rect">
            <a:avLst/>
          </a:prstGeom>
        </p:spPr>
        <p:txBody>
          <a:bodyPr anchor="ctr">
            <a:noAutofit/>
          </a:bodyPr>
          <a:lstStyle>
            <a:lvl1pPr marL="0" indent="0" algn="ctr">
              <a:lnSpc>
                <a:spcPct val="100000"/>
              </a:lnSpc>
              <a:buNone/>
              <a:defRPr sz="1050" cap="none" spc="0" baseline="0">
                <a:solidFill>
                  <a:schemeClr val="accent1">
                    <a:lumMod val="90000"/>
                  </a:schemeClr>
                </a:solidFill>
                <a:latin typeface="+mn-lt"/>
              </a:defRPr>
            </a:lvl1pPr>
          </a:lstStyle>
          <a:p>
            <a:pPr lvl="0"/>
            <a:r>
              <a:rPr lang="en-US"/>
              <a:t>Click to add name</a:t>
            </a:r>
          </a:p>
        </p:txBody>
      </p:sp>
      <p:sp>
        <p:nvSpPr>
          <p:cNvPr id="22" name="Text Placeholder 14">
            <a:extLst>
              <a:ext uri="{FF2B5EF4-FFF2-40B4-BE49-F238E27FC236}">
                <a16:creationId xmlns:a16="http://schemas.microsoft.com/office/drawing/2014/main" id="{66C27F8B-B209-493E-BAB8-FDDE2157DB0A}"/>
              </a:ext>
            </a:extLst>
          </p:cNvPr>
          <p:cNvSpPr>
            <a:spLocks noGrp="1"/>
          </p:cNvSpPr>
          <p:nvPr>
            <p:ph type="body" sz="quarter" idx="24" hasCustomPrompt="1"/>
          </p:nvPr>
        </p:nvSpPr>
        <p:spPr>
          <a:xfrm>
            <a:off x="7801857" y="5195673"/>
            <a:ext cx="1183179" cy="492025"/>
          </a:xfrm>
          <a:prstGeom prst="rect">
            <a:avLst/>
          </a:prstGeom>
        </p:spPr>
        <p:txBody>
          <a:bodyPr anchor="ctr">
            <a:noAutofit/>
          </a:bodyPr>
          <a:lstStyle>
            <a:lvl1pPr marL="0" indent="0" algn="ctr">
              <a:lnSpc>
                <a:spcPct val="100000"/>
              </a:lnSpc>
              <a:buNone/>
              <a:defRPr sz="1050" cap="none" spc="0" baseline="0">
                <a:solidFill>
                  <a:schemeClr val="accent1">
                    <a:lumMod val="90000"/>
                  </a:schemeClr>
                </a:solidFill>
                <a:latin typeface="+mn-lt"/>
              </a:defRPr>
            </a:lvl1pPr>
          </a:lstStyle>
          <a:p>
            <a:pPr lvl="0"/>
            <a:r>
              <a:rPr lang="en-US"/>
              <a:t>Click to add name</a:t>
            </a:r>
          </a:p>
        </p:txBody>
      </p:sp>
      <p:sp>
        <p:nvSpPr>
          <p:cNvPr id="23" name="Text Placeholder 14">
            <a:extLst>
              <a:ext uri="{FF2B5EF4-FFF2-40B4-BE49-F238E27FC236}">
                <a16:creationId xmlns:a16="http://schemas.microsoft.com/office/drawing/2014/main" id="{884BDCF5-6254-4805-96B8-A31EE31D46E2}"/>
              </a:ext>
            </a:extLst>
          </p:cNvPr>
          <p:cNvSpPr>
            <a:spLocks noGrp="1"/>
          </p:cNvSpPr>
          <p:nvPr>
            <p:ph type="body" sz="quarter" idx="25" hasCustomPrompt="1"/>
          </p:nvPr>
        </p:nvSpPr>
        <p:spPr>
          <a:xfrm>
            <a:off x="2364990" y="3528829"/>
            <a:ext cx="1393863" cy="492025"/>
          </a:xfrm>
          <a:prstGeom prst="rect">
            <a:avLst/>
          </a:prstGeom>
        </p:spPr>
        <p:txBody>
          <a:bodyPr anchor="ctr">
            <a:noAutofit/>
          </a:bodyPr>
          <a:lstStyle>
            <a:lvl1pPr marL="0" indent="0" algn="ctr">
              <a:lnSpc>
                <a:spcPct val="100000"/>
              </a:lnSpc>
              <a:buNone/>
              <a:defRPr sz="1800" cap="none" spc="0" baseline="0">
                <a:solidFill>
                  <a:schemeClr val="accent4">
                    <a:lumMod val="20000"/>
                    <a:lumOff val="80000"/>
                  </a:schemeClr>
                </a:solidFill>
                <a:latin typeface="+mj-lt"/>
              </a:defRPr>
            </a:lvl1pPr>
          </a:lstStyle>
          <a:p>
            <a:pPr lvl="0"/>
            <a:r>
              <a:rPr lang="en-US" dirty="0"/>
              <a:t>Click to add name</a:t>
            </a:r>
          </a:p>
        </p:txBody>
      </p:sp>
      <p:cxnSp>
        <p:nvCxnSpPr>
          <p:cNvPr id="24" name="Straight Connector 23">
            <a:extLst>
              <a:ext uri="{FF2B5EF4-FFF2-40B4-BE49-F238E27FC236}">
                <a16:creationId xmlns:a16="http://schemas.microsoft.com/office/drawing/2014/main" id="{9E963DDA-51A3-4DBA-B9AB-9476FA302735}"/>
              </a:ext>
            </a:extLst>
          </p:cNvPr>
          <p:cNvCxnSpPr>
            <a:cxnSpLocks/>
          </p:cNvCxnSpPr>
          <p:nvPr userDrawn="1"/>
        </p:nvCxnSpPr>
        <p:spPr>
          <a:xfrm>
            <a:off x="3762680" y="3774842"/>
            <a:ext cx="4683649" cy="0"/>
          </a:xfrm>
          <a:prstGeom prst="line">
            <a:avLst/>
          </a:prstGeom>
          <a:ln>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DCA1E21-932F-47C4-A095-3D682884EC3F}"/>
              </a:ext>
            </a:extLst>
          </p:cNvPr>
          <p:cNvCxnSpPr>
            <a:cxnSpLocks/>
          </p:cNvCxnSpPr>
          <p:nvPr userDrawn="1"/>
        </p:nvCxnSpPr>
        <p:spPr>
          <a:xfrm flipV="1">
            <a:off x="6096000" y="2091972"/>
            <a:ext cx="4678" cy="3376818"/>
          </a:xfrm>
          <a:prstGeom prst="line">
            <a:avLst/>
          </a:prstGeom>
          <a:ln>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 Placeholder 14">
            <a:extLst>
              <a:ext uri="{FF2B5EF4-FFF2-40B4-BE49-F238E27FC236}">
                <a16:creationId xmlns:a16="http://schemas.microsoft.com/office/drawing/2014/main" id="{8A636DFD-D98E-4314-BD69-68D2528C01D2}"/>
              </a:ext>
            </a:extLst>
          </p:cNvPr>
          <p:cNvSpPr>
            <a:spLocks noGrp="1"/>
          </p:cNvSpPr>
          <p:nvPr>
            <p:ph type="body" sz="quarter" idx="26" hasCustomPrompt="1"/>
          </p:nvPr>
        </p:nvSpPr>
        <p:spPr>
          <a:xfrm>
            <a:off x="6758897" y="2169263"/>
            <a:ext cx="1706965" cy="1048575"/>
          </a:xfrm>
          <a:prstGeom prst="rect">
            <a:avLst/>
          </a:prstGeom>
        </p:spPr>
        <p:txBody>
          <a:bodyPr anchor="ctr">
            <a:noAutofit/>
          </a:bodyPr>
          <a:lstStyle>
            <a:lvl1pPr marL="0" indent="0" algn="ctr">
              <a:lnSpc>
                <a:spcPct val="100000"/>
              </a:lnSpc>
              <a:buNone/>
              <a:defRPr sz="1600" b="1" cap="none" spc="0" baseline="0">
                <a:solidFill>
                  <a:schemeClr val="accent1"/>
                </a:solidFill>
                <a:latin typeface="+mn-lt"/>
              </a:defRPr>
            </a:lvl1pPr>
          </a:lstStyle>
          <a:p>
            <a:pPr lvl="0"/>
            <a:r>
              <a:rPr lang="en-US"/>
              <a:t>Click to add name</a:t>
            </a:r>
          </a:p>
        </p:txBody>
      </p:sp>
      <p:pic>
        <p:nvPicPr>
          <p:cNvPr id="4" name="Picture 3" descr="A picture containing outdoor, sky, nature, dune&#10;&#10;Description automatically generated">
            <a:extLst>
              <a:ext uri="{FF2B5EF4-FFF2-40B4-BE49-F238E27FC236}">
                <a16:creationId xmlns:a16="http://schemas.microsoft.com/office/drawing/2014/main" id="{7036201C-6A4F-4D68-A5F0-E6E149C82E1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304800" cy="6858000"/>
          </a:xfrm>
          <a:prstGeom prst="rect">
            <a:avLst/>
          </a:prstGeom>
        </p:spPr>
      </p:pic>
      <p:pic>
        <p:nvPicPr>
          <p:cNvPr id="5" name="Picture 4" descr="A picture containing outdoor, sky, nature, dune&#10;&#10;Description automatically generated">
            <a:extLst>
              <a:ext uri="{FF2B5EF4-FFF2-40B4-BE49-F238E27FC236}">
                <a16:creationId xmlns:a16="http://schemas.microsoft.com/office/drawing/2014/main" id="{1FDEBCE5-FECF-4290-856D-FCF83DC52EB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1887200" y="0"/>
            <a:ext cx="304800" cy="6858000"/>
          </a:xfrm>
          <a:prstGeom prst="rect">
            <a:avLst/>
          </a:prstGeom>
        </p:spPr>
      </p:pic>
      <p:sp>
        <p:nvSpPr>
          <p:cNvPr id="29" name="Date Placeholder 2">
            <a:extLst>
              <a:ext uri="{FF2B5EF4-FFF2-40B4-BE49-F238E27FC236}">
                <a16:creationId xmlns:a16="http://schemas.microsoft.com/office/drawing/2014/main" id="{84F6DC17-DADB-40C5-8E7F-38D27EF3BB1C}"/>
              </a:ext>
            </a:extLst>
          </p:cNvPr>
          <p:cNvSpPr>
            <a:spLocks noGrp="1"/>
          </p:cNvSpPr>
          <p:nvPr>
            <p:ph type="dt" sz="half" idx="10"/>
          </p:nvPr>
        </p:nvSpPr>
        <p:spPr>
          <a:xfrm>
            <a:off x="838200" y="6356350"/>
            <a:ext cx="2743200" cy="365125"/>
          </a:xfrm>
        </p:spPr>
        <p:txBody>
          <a:bodyPr/>
          <a:lstStyle>
            <a:lvl1pPr>
              <a:defRPr>
                <a:solidFill>
                  <a:schemeClr val="accent1"/>
                </a:solidFill>
              </a:defRPr>
            </a:lvl1pPr>
          </a:lstStyle>
          <a:p>
            <a:r>
              <a:rPr lang="en-US"/>
              <a:t>6/22/20XX</a:t>
            </a:r>
            <a:endParaRPr lang="en-US" dirty="0"/>
          </a:p>
        </p:txBody>
      </p:sp>
      <p:sp>
        <p:nvSpPr>
          <p:cNvPr id="30" name="Footer Placeholder 3">
            <a:extLst>
              <a:ext uri="{FF2B5EF4-FFF2-40B4-BE49-F238E27FC236}">
                <a16:creationId xmlns:a16="http://schemas.microsoft.com/office/drawing/2014/main" id="{14F47C4C-5E74-433D-AB6E-745852380162}"/>
              </a:ext>
            </a:extLst>
          </p:cNvPr>
          <p:cNvSpPr>
            <a:spLocks noGrp="1"/>
          </p:cNvSpPr>
          <p:nvPr>
            <p:ph type="ftr" sz="quarter" idx="11"/>
          </p:nvPr>
        </p:nvSpPr>
        <p:spPr>
          <a:xfrm>
            <a:off x="4038600" y="6356350"/>
            <a:ext cx="4114800" cy="365125"/>
          </a:xfrm>
        </p:spPr>
        <p:txBody>
          <a:bodyPr/>
          <a:lstStyle>
            <a:lvl1pPr>
              <a:defRPr>
                <a:solidFill>
                  <a:schemeClr val="accent1"/>
                </a:solidFill>
              </a:defRPr>
            </a:lvl1pPr>
          </a:lstStyle>
          <a:p>
            <a:r>
              <a:rPr lang="en-US" dirty="0"/>
              <a:t>Pitch deck</a:t>
            </a:r>
          </a:p>
        </p:txBody>
      </p:sp>
      <p:sp>
        <p:nvSpPr>
          <p:cNvPr id="31" name="Slide Number Placeholder 4">
            <a:extLst>
              <a:ext uri="{FF2B5EF4-FFF2-40B4-BE49-F238E27FC236}">
                <a16:creationId xmlns:a16="http://schemas.microsoft.com/office/drawing/2014/main" id="{7A9C981C-6AC9-4F33-9E4B-D1117A82331D}"/>
              </a:ext>
            </a:extLst>
          </p:cNvPr>
          <p:cNvSpPr>
            <a:spLocks noGrp="1"/>
          </p:cNvSpPr>
          <p:nvPr>
            <p:ph type="sldNum" sz="quarter" idx="12"/>
          </p:nvPr>
        </p:nvSpPr>
        <p:spPr>
          <a:xfrm>
            <a:off x="8610600" y="6356350"/>
            <a:ext cx="2743200" cy="365125"/>
          </a:xfrm>
        </p:spPr>
        <p:txBody>
          <a:bodyPr/>
          <a:lstStyle>
            <a:lvl1pPr>
              <a:defRPr>
                <a:solidFill>
                  <a:schemeClr val="accent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4278033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melin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8C642-49FB-4E16-A3A0-B2ACBEABFFD6}"/>
              </a:ext>
            </a:extLst>
          </p:cNvPr>
          <p:cNvSpPr>
            <a:spLocks noGrp="1"/>
          </p:cNvSpPr>
          <p:nvPr>
            <p:ph type="title"/>
          </p:nvPr>
        </p:nvSpPr>
        <p:spPr/>
        <p:txBody>
          <a:bodyPr/>
          <a:lstStyle>
            <a:lvl1pPr algn="ctr">
              <a:defRPr>
                <a:solidFill>
                  <a:schemeClr val="accent3"/>
                </a:solidFill>
              </a:defRPr>
            </a:lvl1pPr>
          </a:lstStyle>
          <a:p>
            <a:r>
              <a:rPr lang="en-US"/>
              <a:t>Click to edit Master title style</a:t>
            </a:r>
          </a:p>
        </p:txBody>
      </p:sp>
      <p:cxnSp>
        <p:nvCxnSpPr>
          <p:cNvPr id="14" name="Straight Connector 13">
            <a:extLst>
              <a:ext uri="{FF2B5EF4-FFF2-40B4-BE49-F238E27FC236}">
                <a16:creationId xmlns:a16="http://schemas.microsoft.com/office/drawing/2014/main" id="{7A395641-1C03-493E-ACE5-E9354716EF89}"/>
              </a:ext>
            </a:extLst>
          </p:cNvPr>
          <p:cNvCxnSpPr>
            <a:cxnSpLocks/>
          </p:cNvCxnSpPr>
          <p:nvPr userDrawn="1"/>
        </p:nvCxnSpPr>
        <p:spPr>
          <a:xfrm>
            <a:off x="1295400" y="3012972"/>
            <a:ext cx="960120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4" name="Text Placeholder 23">
            <a:extLst>
              <a:ext uri="{FF2B5EF4-FFF2-40B4-BE49-F238E27FC236}">
                <a16:creationId xmlns:a16="http://schemas.microsoft.com/office/drawing/2014/main" id="{D3B699B4-D7C4-43CC-AC50-5547F9C3C69F}"/>
              </a:ext>
            </a:extLst>
          </p:cNvPr>
          <p:cNvSpPr>
            <a:spLocks noGrp="1"/>
          </p:cNvSpPr>
          <p:nvPr>
            <p:ph type="body" sz="quarter" idx="13"/>
          </p:nvPr>
        </p:nvSpPr>
        <p:spPr>
          <a:xfrm>
            <a:off x="838200" y="1463675"/>
            <a:ext cx="10515600" cy="365125"/>
          </a:xfrm>
        </p:spPr>
        <p:txBody>
          <a:bodyPr/>
          <a:lstStyle>
            <a:lvl1pPr marL="0" indent="0" algn="ctr">
              <a:buNone/>
              <a:defRPr lang="en-US" sz="2000" kern="1200" dirty="0" smtClean="0">
                <a:solidFill>
                  <a:schemeClr val="accent3"/>
                </a:solidFill>
                <a:latin typeface="+mj-lt"/>
                <a:ea typeface="+mj-ea"/>
                <a:cs typeface="+mj-cs"/>
              </a:defRPr>
            </a:lvl1pPr>
            <a:lvl2pPr>
              <a:defRPr>
                <a:solidFill>
                  <a:schemeClr val="accent3"/>
                </a:solidFill>
              </a:defRPr>
            </a:lvl2pPr>
          </a:lstStyle>
          <a:p>
            <a:pPr lvl="0"/>
            <a:r>
              <a:rPr lang="en-US"/>
              <a:t>Click to edit Master text styles</a:t>
            </a:r>
          </a:p>
          <a:p>
            <a:pPr lvl="1"/>
            <a:r>
              <a:rPr lang="en-US"/>
              <a:t>Second level</a:t>
            </a:r>
          </a:p>
        </p:txBody>
      </p:sp>
      <p:sp>
        <p:nvSpPr>
          <p:cNvPr id="25" name="Text Placeholder 23">
            <a:extLst>
              <a:ext uri="{FF2B5EF4-FFF2-40B4-BE49-F238E27FC236}">
                <a16:creationId xmlns:a16="http://schemas.microsoft.com/office/drawing/2014/main" id="{7DCCF6F7-DBE5-45B0-9C0D-6E34E9D9AEEE}"/>
              </a:ext>
            </a:extLst>
          </p:cNvPr>
          <p:cNvSpPr>
            <a:spLocks noGrp="1"/>
          </p:cNvSpPr>
          <p:nvPr>
            <p:ph type="body" sz="quarter" idx="14" hasCustomPrompt="1"/>
          </p:nvPr>
        </p:nvSpPr>
        <p:spPr>
          <a:xfrm>
            <a:off x="1276350" y="2647722"/>
            <a:ext cx="1725930" cy="365114"/>
          </a:xfrm>
        </p:spPr>
        <p:txBody>
          <a:bodyPr>
            <a:noAutofit/>
          </a:bodyPr>
          <a:lstStyle>
            <a:lvl1pPr marL="0" indent="0" algn="ctr">
              <a:buNone/>
              <a:defRPr lang="en-US" sz="1400" kern="1200" dirty="0" smtClean="0">
                <a:solidFill>
                  <a:schemeClr val="accent4"/>
                </a:solidFill>
                <a:latin typeface="+mj-lt"/>
                <a:ea typeface="+mj-ea"/>
                <a:cs typeface="+mj-cs"/>
              </a:defRPr>
            </a:lvl1pPr>
          </a:lstStyle>
          <a:p>
            <a:pPr lvl="0"/>
            <a:r>
              <a:rPr lang="en-US"/>
              <a:t>January</a:t>
            </a:r>
          </a:p>
        </p:txBody>
      </p:sp>
      <p:sp>
        <p:nvSpPr>
          <p:cNvPr id="26" name="Text Placeholder 23">
            <a:extLst>
              <a:ext uri="{FF2B5EF4-FFF2-40B4-BE49-F238E27FC236}">
                <a16:creationId xmlns:a16="http://schemas.microsoft.com/office/drawing/2014/main" id="{D7EF43C7-231B-47B6-9B8E-A499BF6E79ED}"/>
              </a:ext>
            </a:extLst>
          </p:cNvPr>
          <p:cNvSpPr>
            <a:spLocks noGrp="1"/>
          </p:cNvSpPr>
          <p:nvPr>
            <p:ph type="body" sz="quarter" idx="15" hasCustomPrompt="1"/>
          </p:nvPr>
        </p:nvSpPr>
        <p:spPr>
          <a:xfrm>
            <a:off x="2844927" y="2647722"/>
            <a:ext cx="1725930" cy="365114"/>
          </a:xfrm>
        </p:spPr>
        <p:txBody>
          <a:bodyPr>
            <a:noAutofit/>
          </a:bodyPr>
          <a:lstStyle>
            <a:lvl1pPr marL="0" indent="0" algn="ctr">
              <a:buNone/>
              <a:defRPr lang="en-US" sz="1400" kern="1200" dirty="0" smtClean="0">
                <a:solidFill>
                  <a:schemeClr val="accent4"/>
                </a:solidFill>
                <a:latin typeface="+mj-lt"/>
                <a:ea typeface="+mj-ea"/>
                <a:cs typeface="+mj-cs"/>
              </a:defRPr>
            </a:lvl1pPr>
          </a:lstStyle>
          <a:p>
            <a:pPr lvl="0"/>
            <a:r>
              <a:rPr lang="en-US"/>
              <a:t>February</a:t>
            </a:r>
          </a:p>
        </p:txBody>
      </p:sp>
      <p:sp>
        <p:nvSpPr>
          <p:cNvPr id="27" name="Text Placeholder 23">
            <a:extLst>
              <a:ext uri="{FF2B5EF4-FFF2-40B4-BE49-F238E27FC236}">
                <a16:creationId xmlns:a16="http://schemas.microsoft.com/office/drawing/2014/main" id="{1976C642-2512-45C1-AC66-B501FB870F7C}"/>
              </a:ext>
            </a:extLst>
          </p:cNvPr>
          <p:cNvSpPr>
            <a:spLocks noGrp="1"/>
          </p:cNvSpPr>
          <p:nvPr>
            <p:ph type="body" sz="quarter" idx="16" hasCustomPrompt="1"/>
          </p:nvPr>
        </p:nvSpPr>
        <p:spPr>
          <a:xfrm>
            <a:off x="4413504" y="2647722"/>
            <a:ext cx="1725930" cy="365114"/>
          </a:xfrm>
        </p:spPr>
        <p:txBody>
          <a:bodyPr>
            <a:noAutofit/>
          </a:bodyPr>
          <a:lstStyle>
            <a:lvl1pPr marL="0" indent="0" algn="ctr">
              <a:buNone/>
              <a:defRPr lang="en-US" sz="1400" kern="1200" dirty="0" smtClean="0">
                <a:solidFill>
                  <a:schemeClr val="accent4"/>
                </a:solidFill>
                <a:latin typeface="+mj-lt"/>
                <a:ea typeface="+mj-ea"/>
                <a:cs typeface="+mj-cs"/>
              </a:defRPr>
            </a:lvl1pPr>
          </a:lstStyle>
          <a:p>
            <a:pPr lvl="0"/>
            <a:r>
              <a:rPr lang="en-US"/>
              <a:t>March</a:t>
            </a:r>
          </a:p>
        </p:txBody>
      </p:sp>
      <p:sp>
        <p:nvSpPr>
          <p:cNvPr id="28" name="Text Placeholder 23">
            <a:extLst>
              <a:ext uri="{FF2B5EF4-FFF2-40B4-BE49-F238E27FC236}">
                <a16:creationId xmlns:a16="http://schemas.microsoft.com/office/drawing/2014/main" id="{9947EF49-FB58-4C6A-8C0A-D2D680B7A864}"/>
              </a:ext>
            </a:extLst>
          </p:cNvPr>
          <p:cNvSpPr>
            <a:spLocks noGrp="1"/>
          </p:cNvSpPr>
          <p:nvPr>
            <p:ph type="body" sz="quarter" idx="17" hasCustomPrompt="1"/>
          </p:nvPr>
        </p:nvSpPr>
        <p:spPr>
          <a:xfrm>
            <a:off x="5982081" y="2647722"/>
            <a:ext cx="1725930" cy="365114"/>
          </a:xfrm>
        </p:spPr>
        <p:txBody>
          <a:bodyPr>
            <a:noAutofit/>
          </a:bodyPr>
          <a:lstStyle>
            <a:lvl1pPr marL="0" indent="0" algn="ctr">
              <a:buNone/>
              <a:defRPr lang="en-US" sz="1400" kern="1200" dirty="0" smtClean="0">
                <a:solidFill>
                  <a:schemeClr val="accent4"/>
                </a:solidFill>
                <a:latin typeface="+mj-lt"/>
                <a:ea typeface="+mj-ea"/>
                <a:cs typeface="+mj-cs"/>
              </a:defRPr>
            </a:lvl1pPr>
          </a:lstStyle>
          <a:p>
            <a:pPr lvl="0"/>
            <a:r>
              <a:rPr lang="en-US"/>
              <a:t>April</a:t>
            </a:r>
          </a:p>
        </p:txBody>
      </p:sp>
      <p:sp>
        <p:nvSpPr>
          <p:cNvPr id="29" name="Text Placeholder 23">
            <a:extLst>
              <a:ext uri="{FF2B5EF4-FFF2-40B4-BE49-F238E27FC236}">
                <a16:creationId xmlns:a16="http://schemas.microsoft.com/office/drawing/2014/main" id="{9C7C07AF-3FF2-44C6-9D32-B57CEE6E12A2}"/>
              </a:ext>
            </a:extLst>
          </p:cNvPr>
          <p:cNvSpPr>
            <a:spLocks noGrp="1"/>
          </p:cNvSpPr>
          <p:nvPr>
            <p:ph type="body" sz="quarter" idx="18" hasCustomPrompt="1"/>
          </p:nvPr>
        </p:nvSpPr>
        <p:spPr>
          <a:xfrm>
            <a:off x="9130121" y="2647722"/>
            <a:ext cx="1725930" cy="365114"/>
          </a:xfrm>
        </p:spPr>
        <p:txBody>
          <a:bodyPr>
            <a:noAutofit/>
          </a:bodyPr>
          <a:lstStyle>
            <a:lvl1pPr marL="0" indent="0" algn="ctr">
              <a:buNone/>
              <a:defRPr lang="en-US" sz="1400" kern="1200" dirty="0" smtClean="0">
                <a:solidFill>
                  <a:schemeClr val="accent4"/>
                </a:solidFill>
                <a:latin typeface="+mj-lt"/>
                <a:ea typeface="+mj-ea"/>
                <a:cs typeface="+mj-cs"/>
              </a:defRPr>
            </a:lvl1pPr>
          </a:lstStyle>
          <a:p>
            <a:pPr lvl="0"/>
            <a:r>
              <a:rPr lang="en-US"/>
              <a:t>June</a:t>
            </a:r>
          </a:p>
        </p:txBody>
      </p:sp>
      <p:sp>
        <p:nvSpPr>
          <p:cNvPr id="30" name="Text Placeholder 23">
            <a:extLst>
              <a:ext uri="{FF2B5EF4-FFF2-40B4-BE49-F238E27FC236}">
                <a16:creationId xmlns:a16="http://schemas.microsoft.com/office/drawing/2014/main" id="{08859D92-084B-4AAC-A35E-9997F82C5093}"/>
              </a:ext>
            </a:extLst>
          </p:cNvPr>
          <p:cNvSpPr>
            <a:spLocks noGrp="1"/>
          </p:cNvSpPr>
          <p:nvPr>
            <p:ph type="body" sz="quarter" idx="19" hasCustomPrompt="1"/>
          </p:nvPr>
        </p:nvSpPr>
        <p:spPr>
          <a:xfrm>
            <a:off x="7550658" y="2647722"/>
            <a:ext cx="1725930" cy="365114"/>
          </a:xfrm>
        </p:spPr>
        <p:txBody>
          <a:bodyPr>
            <a:noAutofit/>
          </a:bodyPr>
          <a:lstStyle>
            <a:lvl1pPr marL="0" indent="0" algn="ctr">
              <a:buNone/>
              <a:defRPr lang="en-US" sz="1400" kern="1200" dirty="0" smtClean="0">
                <a:solidFill>
                  <a:schemeClr val="accent4"/>
                </a:solidFill>
                <a:latin typeface="+mj-lt"/>
                <a:ea typeface="+mj-ea"/>
                <a:cs typeface="+mj-cs"/>
              </a:defRPr>
            </a:lvl1pPr>
          </a:lstStyle>
          <a:p>
            <a:pPr lvl="0"/>
            <a:r>
              <a:rPr lang="en-US"/>
              <a:t>May</a:t>
            </a:r>
          </a:p>
        </p:txBody>
      </p:sp>
      <p:cxnSp>
        <p:nvCxnSpPr>
          <p:cNvPr id="31" name="Straight Connector 30">
            <a:extLst>
              <a:ext uri="{FF2B5EF4-FFF2-40B4-BE49-F238E27FC236}">
                <a16:creationId xmlns:a16="http://schemas.microsoft.com/office/drawing/2014/main" id="{599D4720-091C-4EB1-BC99-606EB7793472}"/>
              </a:ext>
            </a:extLst>
          </p:cNvPr>
          <p:cNvCxnSpPr>
            <a:cxnSpLocks/>
          </p:cNvCxnSpPr>
          <p:nvPr userDrawn="1"/>
        </p:nvCxnSpPr>
        <p:spPr>
          <a:xfrm>
            <a:off x="1295400" y="5070508"/>
            <a:ext cx="960120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2" name="Text Placeholder 23">
            <a:extLst>
              <a:ext uri="{FF2B5EF4-FFF2-40B4-BE49-F238E27FC236}">
                <a16:creationId xmlns:a16="http://schemas.microsoft.com/office/drawing/2014/main" id="{A88A27CA-6841-483D-BB86-43C77BB6A0CC}"/>
              </a:ext>
            </a:extLst>
          </p:cNvPr>
          <p:cNvSpPr>
            <a:spLocks noGrp="1"/>
          </p:cNvSpPr>
          <p:nvPr>
            <p:ph type="body" sz="quarter" idx="20" hasCustomPrompt="1"/>
          </p:nvPr>
        </p:nvSpPr>
        <p:spPr>
          <a:xfrm>
            <a:off x="1276350" y="4705258"/>
            <a:ext cx="1725930" cy="365114"/>
          </a:xfrm>
        </p:spPr>
        <p:txBody>
          <a:bodyPr>
            <a:noAutofit/>
          </a:bodyPr>
          <a:lstStyle>
            <a:lvl1pPr marL="0" indent="0" algn="ctr">
              <a:buNone/>
              <a:defRPr lang="en-US" sz="1400" kern="1200" dirty="0" smtClean="0">
                <a:solidFill>
                  <a:schemeClr val="accent4"/>
                </a:solidFill>
                <a:latin typeface="+mj-lt"/>
                <a:ea typeface="+mj-ea"/>
                <a:cs typeface="+mj-cs"/>
              </a:defRPr>
            </a:lvl1pPr>
          </a:lstStyle>
          <a:p>
            <a:pPr lvl="0"/>
            <a:r>
              <a:rPr lang="en-US"/>
              <a:t>July</a:t>
            </a:r>
          </a:p>
        </p:txBody>
      </p:sp>
      <p:sp>
        <p:nvSpPr>
          <p:cNvPr id="33" name="Text Placeholder 23">
            <a:extLst>
              <a:ext uri="{FF2B5EF4-FFF2-40B4-BE49-F238E27FC236}">
                <a16:creationId xmlns:a16="http://schemas.microsoft.com/office/drawing/2014/main" id="{68ED6D85-DDFA-46B4-BA5A-892D7ED6CBF6}"/>
              </a:ext>
            </a:extLst>
          </p:cNvPr>
          <p:cNvSpPr>
            <a:spLocks noGrp="1"/>
          </p:cNvSpPr>
          <p:nvPr>
            <p:ph type="body" sz="quarter" idx="21" hasCustomPrompt="1"/>
          </p:nvPr>
        </p:nvSpPr>
        <p:spPr>
          <a:xfrm>
            <a:off x="2844927" y="4705258"/>
            <a:ext cx="1725930" cy="365114"/>
          </a:xfrm>
        </p:spPr>
        <p:txBody>
          <a:bodyPr>
            <a:noAutofit/>
          </a:bodyPr>
          <a:lstStyle>
            <a:lvl1pPr marL="0" indent="0" algn="ctr">
              <a:buNone/>
              <a:defRPr lang="en-US" sz="1400" kern="1200" dirty="0" smtClean="0">
                <a:solidFill>
                  <a:schemeClr val="accent4"/>
                </a:solidFill>
                <a:latin typeface="+mj-lt"/>
                <a:ea typeface="+mj-ea"/>
                <a:cs typeface="+mj-cs"/>
              </a:defRPr>
            </a:lvl1pPr>
          </a:lstStyle>
          <a:p>
            <a:pPr lvl="0"/>
            <a:r>
              <a:rPr lang="en-US"/>
              <a:t>August</a:t>
            </a:r>
          </a:p>
        </p:txBody>
      </p:sp>
      <p:sp>
        <p:nvSpPr>
          <p:cNvPr id="34" name="Text Placeholder 23">
            <a:extLst>
              <a:ext uri="{FF2B5EF4-FFF2-40B4-BE49-F238E27FC236}">
                <a16:creationId xmlns:a16="http://schemas.microsoft.com/office/drawing/2014/main" id="{D248DAEC-4E3D-4A0E-8EE4-64C5E833720B}"/>
              </a:ext>
            </a:extLst>
          </p:cNvPr>
          <p:cNvSpPr>
            <a:spLocks noGrp="1"/>
          </p:cNvSpPr>
          <p:nvPr>
            <p:ph type="body" sz="quarter" idx="22" hasCustomPrompt="1"/>
          </p:nvPr>
        </p:nvSpPr>
        <p:spPr>
          <a:xfrm>
            <a:off x="4413504" y="4705258"/>
            <a:ext cx="1725930" cy="365114"/>
          </a:xfrm>
        </p:spPr>
        <p:txBody>
          <a:bodyPr>
            <a:noAutofit/>
          </a:bodyPr>
          <a:lstStyle>
            <a:lvl1pPr marL="0" indent="0" algn="ctr">
              <a:buNone/>
              <a:defRPr lang="en-US" sz="1400" kern="1200" dirty="0" smtClean="0">
                <a:solidFill>
                  <a:schemeClr val="accent4"/>
                </a:solidFill>
                <a:latin typeface="+mj-lt"/>
                <a:ea typeface="+mj-ea"/>
                <a:cs typeface="+mj-cs"/>
              </a:defRPr>
            </a:lvl1pPr>
          </a:lstStyle>
          <a:p>
            <a:pPr lvl="0"/>
            <a:r>
              <a:rPr lang="en-US"/>
              <a:t>September</a:t>
            </a:r>
          </a:p>
        </p:txBody>
      </p:sp>
      <p:sp>
        <p:nvSpPr>
          <p:cNvPr id="35" name="Text Placeholder 23">
            <a:extLst>
              <a:ext uri="{FF2B5EF4-FFF2-40B4-BE49-F238E27FC236}">
                <a16:creationId xmlns:a16="http://schemas.microsoft.com/office/drawing/2014/main" id="{BE3E7173-46E0-4647-AF6E-3D3F923D70D1}"/>
              </a:ext>
            </a:extLst>
          </p:cNvPr>
          <p:cNvSpPr>
            <a:spLocks noGrp="1"/>
          </p:cNvSpPr>
          <p:nvPr>
            <p:ph type="body" sz="quarter" idx="23" hasCustomPrompt="1"/>
          </p:nvPr>
        </p:nvSpPr>
        <p:spPr>
          <a:xfrm>
            <a:off x="5982081" y="4705258"/>
            <a:ext cx="1725930" cy="365114"/>
          </a:xfrm>
        </p:spPr>
        <p:txBody>
          <a:bodyPr>
            <a:noAutofit/>
          </a:bodyPr>
          <a:lstStyle>
            <a:lvl1pPr marL="0" indent="0" algn="ctr">
              <a:buNone/>
              <a:defRPr lang="en-US" sz="1400" kern="1200" dirty="0" smtClean="0">
                <a:solidFill>
                  <a:schemeClr val="accent4"/>
                </a:solidFill>
                <a:latin typeface="+mj-lt"/>
                <a:ea typeface="+mj-ea"/>
                <a:cs typeface="+mj-cs"/>
              </a:defRPr>
            </a:lvl1pPr>
          </a:lstStyle>
          <a:p>
            <a:pPr lvl="0"/>
            <a:r>
              <a:rPr lang="en-US"/>
              <a:t>October</a:t>
            </a:r>
          </a:p>
        </p:txBody>
      </p:sp>
      <p:sp>
        <p:nvSpPr>
          <p:cNvPr id="36" name="Text Placeholder 23">
            <a:extLst>
              <a:ext uri="{FF2B5EF4-FFF2-40B4-BE49-F238E27FC236}">
                <a16:creationId xmlns:a16="http://schemas.microsoft.com/office/drawing/2014/main" id="{383EE998-C462-4F32-BF67-164C6CB58F5D}"/>
              </a:ext>
            </a:extLst>
          </p:cNvPr>
          <p:cNvSpPr>
            <a:spLocks noGrp="1"/>
          </p:cNvSpPr>
          <p:nvPr>
            <p:ph type="body" sz="quarter" idx="24" hasCustomPrompt="1"/>
          </p:nvPr>
        </p:nvSpPr>
        <p:spPr>
          <a:xfrm>
            <a:off x="9130121" y="4705258"/>
            <a:ext cx="1725930" cy="365114"/>
          </a:xfrm>
        </p:spPr>
        <p:txBody>
          <a:bodyPr>
            <a:noAutofit/>
          </a:bodyPr>
          <a:lstStyle>
            <a:lvl1pPr marL="0" indent="0" algn="ctr">
              <a:buNone/>
              <a:defRPr lang="en-US" sz="1400" kern="1200" dirty="0" smtClean="0">
                <a:solidFill>
                  <a:schemeClr val="accent4"/>
                </a:solidFill>
                <a:latin typeface="+mj-lt"/>
                <a:ea typeface="+mj-ea"/>
                <a:cs typeface="+mj-cs"/>
              </a:defRPr>
            </a:lvl1pPr>
          </a:lstStyle>
          <a:p>
            <a:pPr lvl="0"/>
            <a:r>
              <a:rPr lang="en-US"/>
              <a:t>December</a:t>
            </a:r>
          </a:p>
        </p:txBody>
      </p:sp>
      <p:sp>
        <p:nvSpPr>
          <p:cNvPr id="37" name="Text Placeholder 23">
            <a:extLst>
              <a:ext uri="{FF2B5EF4-FFF2-40B4-BE49-F238E27FC236}">
                <a16:creationId xmlns:a16="http://schemas.microsoft.com/office/drawing/2014/main" id="{2A189DDD-670F-46A8-8840-E981413F4346}"/>
              </a:ext>
            </a:extLst>
          </p:cNvPr>
          <p:cNvSpPr>
            <a:spLocks noGrp="1"/>
          </p:cNvSpPr>
          <p:nvPr>
            <p:ph type="body" sz="quarter" idx="25" hasCustomPrompt="1"/>
          </p:nvPr>
        </p:nvSpPr>
        <p:spPr>
          <a:xfrm>
            <a:off x="7550658" y="4705258"/>
            <a:ext cx="1725930" cy="365114"/>
          </a:xfrm>
        </p:spPr>
        <p:txBody>
          <a:bodyPr>
            <a:noAutofit/>
          </a:bodyPr>
          <a:lstStyle>
            <a:lvl1pPr marL="0" indent="0" algn="ctr">
              <a:buNone/>
              <a:defRPr lang="en-US" sz="1400" kern="1200" dirty="0" smtClean="0">
                <a:solidFill>
                  <a:schemeClr val="accent4"/>
                </a:solidFill>
                <a:latin typeface="+mj-lt"/>
                <a:ea typeface="+mj-ea"/>
                <a:cs typeface="+mj-cs"/>
              </a:defRPr>
            </a:lvl1pPr>
          </a:lstStyle>
          <a:p>
            <a:pPr lvl="0"/>
            <a:r>
              <a:rPr lang="en-US"/>
              <a:t>November</a:t>
            </a:r>
          </a:p>
        </p:txBody>
      </p:sp>
      <p:sp>
        <p:nvSpPr>
          <p:cNvPr id="38" name="Text Placeholder 10">
            <a:extLst>
              <a:ext uri="{FF2B5EF4-FFF2-40B4-BE49-F238E27FC236}">
                <a16:creationId xmlns:a16="http://schemas.microsoft.com/office/drawing/2014/main" id="{540CE67A-DD2D-46B5-B05E-82306D2FCB02}"/>
              </a:ext>
            </a:extLst>
          </p:cNvPr>
          <p:cNvSpPr>
            <a:spLocks noGrp="1"/>
          </p:cNvSpPr>
          <p:nvPr>
            <p:ph type="body" sz="quarter" idx="34" hasCustomPrompt="1"/>
          </p:nvPr>
        </p:nvSpPr>
        <p:spPr>
          <a:xfrm>
            <a:off x="2618463" y="3119254"/>
            <a:ext cx="2178858" cy="1116118"/>
          </a:xfrm>
        </p:spPr>
        <p:txBody>
          <a:bodyPr>
            <a:normAutofit/>
          </a:bodyPr>
          <a:lstStyle>
            <a:lvl1pPr marL="0" indent="0" algn="ctr">
              <a:lnSpc>
                <a:spcPts val="1700"/>
              </a:lnSpc>
              <a:buNone/>
              <a:defRPr sz="1200">
                <a:solidFill>
                  <a:schemeClr val="accent3"/>
                </a:solidFill>
              </a:defRPr>
            </a:lvl1pPr>
          </a:lstStyle>
          <a:p>
            <a:pPr lvl="0"/>
            <a:r>
              <a:rPr lang="en-US" dirty="0"/>
              <a:t>Bullet Description</a:t>
            </a:r>
            <a:endParaRPr lang="en-ZA" dirty="0"/>
          </a:p>
        </p:txBody>
      </p:sp>
      <p:sp>
        <p:nvSpPr>
          <p:cNvPr id="39" name="Text Placeholder 10">
            <a:extLst>
              <a:ext uri="{FF2B5EF4-FFF2-40B4-BE49-F238E27FC236}">
                <a16:creationId xmlns:a16="http://schemas.microsoft.com/office/drawing/2014/main" id="{BB6DC8F1-E86C-4CDB-9265-94B50CFEF997}"/>
              </a:ext>
            </a:extLst>
          </p:cNvPr>
          <p:cNvSpPr>
            <a:spLocks noGrp="1"/>
          </p:cNvSpPr>
          <p:nvPr>
            <p:ph type="body" sz="quarter" idx="35" hasCustomPrompt="1"/>
          </p:nvPr>
        </p:nvSpPr>
        <p:spPr>
          <a:xfrm>
            <a:off x="7324194" y="3119254"/>
            <a:ext cx="2178858" cy="1116118"/>
          </a:xfrm>
        </p:spPr>
        <p:txBody>
          <a:bodyPr>
            <a:normAutofit/>
          </a:bodyPr>
          <a:lstStyle>
            <a:lvl1pPr marL="0" indent="0" algn="ctr">
              <a:lnSpc>
                <a:spcPts val="1700"/>
              </a:lnSpc>
              <a:buNone/>
              <a:defRPr sz="1200">
                <a:solidFill>
                  <a:schemeClr val="accent3"/>
                </a:solidFill>
              </a:defRPr>
            </a:lvl1pPr>
          </a:lstStyle>
          <a:p>
            <a:pPr lvl="0"/>
            <a:r>
              <a:rPr lang="en-US"/>
              <a:t>Bullet Description</a:t>
            </a:r>
            <a:endParaRPr lang="en-ZA"/>
          </a:p>
        </p:txBody>
      </p:sp>
      <p:sp>
        <p:nvSpPr>
          <p:cNvPr id="40" name="Text Placeholder 10">
            <a:extLst>
              <a:ext uri="{FF2B5EF4-FFF2-40B4-BE49-F238E27FC236}">
                <a16:creationId xmlns:a16="http://schemas.microsoft.com/office/drawing/2014/main" id="{75CE6662-3A66-45A1-9FCC-9BBA8BE55B1D}"/>
              </a:ext>
            </a:extLst>
          </p:cNvPr>
          <p:cNvSpPr>
            <a:spLocks noGrp="1"/>
          </p:cNvSpPr>
          <p:nvPr>
            <p:ph type="body" sz="quarter" idx="36" hasCustomPrompt="1"/>
          </p:nvPr>
        </p:nvSpPr>
        <p:spPr>
          <a:xfrm>
            <a:off x="5755617" y="5176789"/>
            <a:ext cx="2178858" cy="1116118"/>
          </a:xfrm>
        </p:spPr>
        <p:txBody>
          <a:bodyPr>
            <a:normAutofit/>
          </a:bodyPr>
          <a:lstStyle>
            <a:lvl1pPr marL="0" indent="0" algn="ctr">
              <a:lnSpc>
                <a:spcPts val="1700"/>
              </a:lnSpc>
              <a:buNone/>
              <a:defRPr sz="1200">
                <a:solidFill>
                  <a:schemeClr val="accent3"/>
                </a:solidFill>
              </a:defRPr>
            </a:lvl1pPr>
          </a:lstStyle>
          <a:p>
            <a:pPr lvl="0"/>
            <a:r>
              <a:rPr lang="en-US"/>
              <a:t>Bullet Description</a:t>
            </a:r>
            <a:endParaRPr lang="en-ZA"/>
          </a:p>
        </p:txBody>
      </p:sp>
      <p:sp>
        <p:nvSpPr>
          <p:cNvPr id="41" name="Footer Placeholder 5">
            <a:extLst>
              <a:ext uri="{FF2B5EF4-FFF2-40B4-BE49-F238E27FC236}">
                <a16:creationId xmlns:a16="http://schemas.microsoft.com/office/drawing/2014/main" id="{89DF173C-4274-4F9C-BC1A-F47863A470FB}"/>
              </a:ext>
            </a:extLst>
          </p:cNvPr>
          <p:cNvSpPr>
            <a:spLocks noGrp="1"/>
          </p:cNvSpPr>
          <p:nvPr>
            <p:ph type="ftr" sz="quarter" idx="10"/>
          </p:nvPr>
        </p:nvSpPr>
        <p:spPr>
          <a:xfrm>
            <a:off x="4038600" y="6356350"/>
            <a:ext cx="4114800" cy="365125"/>
          </a:xfrm>
        </p:spPr>
        <p:txBody>
          <a:bodyPr/>
          <a:lstStyle>
            <a:lvl1pPr>
              <a:defRPr>
                <a:solidFill>
                  <a:schemeClr val="accent3">
                    <a:lumMod val="60000"/>
                    <a:lumOff val="40000"/>
                  </a:schemeClr>
                </a:solidFill>
              </a:defRPr>
            </a:lvl1pPr>
          </a:lstStyle>
          <a:p>
            <a:r>
              <a:rPr lang="en-ZA" dirty="0"/>
              <a:t>Pitch deck</a:t>
            </a:r>
          </a:p>
        </p:txBody>
      </p:sp>
      <p:sp>
        <p:nvSpPr>
          <p:cNvPr id="42" name="Slide Number Placeholder 6">
            <a:extLst>
              <a:ext uri="{FF2B5EF4-FFF2-40B4-BE49-F238E27FC236}">
                <a16:creationId xmlns:a16="http://schemas.microsoft.com/office/drawing/2014/main" id="{5BE446B2-5954-4D98-A1D5-7BD2F202DA5A}"/>
              </a:ext>
            </a:extLst>
          </p:cNvPr>
          <p:cNvSpPr>
            <a:spLocks noGrp="1"/>
          </p:cNvSpPr>
          <p:nvPr>
            <p:ph type="sldNum" sz="quarter" idx="11"/>
          </p:nvPr>
        </p:nvSpPr>
        <p:spPr>
          <a:xfrm>
            <a:off x="8610600" y="6356350"/>
            <a:ext cx="2743200" cy="365125"/>
          </a:xfrm>
        </p:spPr>
        <p:txBody>
          <a:bodyPr/>
          <a:lstStyle>
            <a:lvl1pPr>
              <a:defRPr>
                <a:solidFill>
                  <a:schemeClr val="accent3">
                    <a:lumMod val="60000"/>
                    <a:lumOff val="40000"/>
                  </a:schemeClr>
                </a:solidFill>
              </a:defRPr>
            </a:lvl1pPr>
          </a:lstStyle>
          <a:p>
            <a:fld id="{19B51A1E-902D-48AF-9020-955120F399B6}" type="slidenum">
              <a:rPr lang="en-ZA" smtClean="0"/>
              <a:pPr/>
              <a:t>‹#›</a:t>
            </a:fld>
            <a:endParaRPr lang="en-ZA" dirty="0"/>
          </a:p>
        </p:txBody>
      </p:sp>
      <p:sp>
        <p:nvSpPr>
          <p:cNvPr id="43" name="Date Placeholder 3">
            <a:extLst>
              <a:ext uri="{FF2B5EF4-FFF2-40B4-BE49-F238E27FC236}">
                <a16:creationId xmlns:a16="http://schemas.microsoft.com/office/drawing/2014/main" id="{4D7E30F2-3820-4445-A623-44B83424C9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accent3">
                    <a:lumMod val="60000"/>
                    <a:lumOff val="40000"/>
                  </a:schemeClr>
                </a:solidFill>
              </a:defRPr>
            </a:lvl1pPr>
          </a:lstStyle>
          <a:p>
            <a:r>
              <a:rPr lang="en-US"/>
              <a:t>6/22/20XX</a:t>
            </a:r>
            <a:endParaRPr lang="en-US" dirty="0"/>
          </a:p>
        </p:txBody>
      </p:sp>
    </p:spTree>
    <p:extLst>
      <p:ext uri="{BB962C8B-B14F-4D97-AF65-F5344CB8AC3E}">
        <p14:creationId xmlns:p14="http://schemas.microsoft.com/office/powerpoint/2010/main" val="28527232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with titles">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8C642-49FB-4E16-A3A0-B2ACBEABFFD6}"/>
              </a:ext>
            </a:extLst>
          </p:cNvPr>
          <p:cNvSpPr>
            <a:spLocks noGrp="1"/>
          </p:cNvSpPr>
          <p:nvPr>
            <p:ph type="title"/>
          </p:nvPr>
        </p:nvSpPr>
        <p:spPr/>
        <p:txBody>
          <a:bodyPr/>
          <a:lstStyle>
            <a:lvl1pPr>
              <a:defRPr>
                <a:solidFill>
                  <a:schemeClr val="accent3"/>
                </a:solidFill>
              </a:defRPr>
            </a:lvl1pPr>
          </a:lstStyle>
          <a:p>
            <a:r>
              <a:rPr lang="en-US"/>
              <a:t>Click to edit Master title style</a:t>
            </a:r>
          </a:p>
        </p:txBody>
      </p:sp>
      <p:sp>
        <p:nvSpPr>
          <p:cNvPr id="7" name="Content Placeholder 2">
            <a:extLst>
              <a:ext uri="{FF2B5EF4-FFF2-40B4-BE49-F238E27FC236}">
                <a16:creationId xmlns:a16="http://schemas.microsoft.com/office/drawing/2014/main" id="{F7FFB265-53A1-4F4A-93D5-B32472F0BE79}"/>
              </a:ext>
            </a:extLst>
          </p:cNvPr>
          <p:cNvSpPr>
            <a:spLocks noGrp="1"/>
          </p:cNvSpPr>
          <p:nvPr>
            <p:ph sz="half" idx="1"/>
          </p:nvPr>
        </p:nvSpPr>
        <p:spPr>
          <a:xfrm>
            <a:off x="838200" y="2857499"/>
            <a:ext cx="5905500" cy="3319463"/>
          </a:xfrm>
        </p:spPr>
        <p:txBody>
          <a:bodyPr/>
          <a:lstStyle>
            <a:lvl1pPr>
              <a:lnSpc>
                <a:spcPct val="100000"/>
              </a:lnSpc>
              <a:defRPr>
                <a:solidFill>
                  <a:schemeClr val="accent3"/>
                </a:solidFill>
              </a:defRPr>
            </a:lvl1pPr>
            <a:lvl2pPr>
              <a:lnSpc>
                <a:spcPct val="100000"/>
              </a:lnSpc>
              <a:defRPr>
                <a:solidFill>
                  <a:schemeClr val="accent3"/>
                </a:solidFill>
              </a:defRPr>
            </a:lvl2pPr>
            <a:lvl3pPr>
              <a:lnSpc>
                <a:spcPct val="100000"/>
              </a:lnSpc>
              <a:defRPr>
                <a:solidFill>
                  <a:schemeClr val="accent3"/>
                </a:solidFill>
              </a:defRPr>
            </a:lvl3pPr>
            <a:lvl4pPr>
              <a:lnSpc>
                <a:spcPct val="100000"/>
              </a:lnSpc>
              <a:defRPr>
                <a:solidFill>
                  <a:schemeClr val="accent3"/>
                </a:solidFill>
              </a:defRPr>
            </a:lvl4pPr>
            <a:lvl5pPr>
              <a:lnSpc>
                <a:spcPct val="100000"/>
              </a:lnSpc>
              <a:defRPr>
                <a:solidFill>
                  <a:schemeClr val="accent3"/>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A1E4F1F9-8369-4C88-9B00-48ACF4934A06}"/>
              </a:ext>
            </a:extLst>
          </p:cNvPr>
          <p:cNvSpPr>
            <a:spLocks noGrp="1"/>
          </p:cNvSpPr>
          <p:nvPr>
            <p:ph sz="half" idx="2"/>
          </p:nvPr>
        </p:nvSpPr>
        <p:spPr>
          <a:xfrm>
            <a:off x="7239000" y="2857499"/>
            <a:ext cx="4114800" cy="3319463"/>
          </a:xfrm>
        </p:spPr>
        <p:txBody>
          <a:bodyPr/>
          <a:lstStyle>
            <a:lvl1pPr>
              <a:lnSpc>
                <a:spcPct val="100000"/>
              </a:lnSpc>
              <a:defRPr>
                <a:solidFill>
                  <a:schemeClr val="accent3"/>
                </a:solidFill>
              </a:defRPr>
            </a:lvl1pPr>
            <a:lvl2pPr>
              <a:lnSpc>
                <a:spcPct val="100000"/>
              </a:lnSpc>
              <a:defRPr>
                <a:solidFill>
                  <a:schemeClr val="accent3"/>
                </a:solidFill>
              </a:defRPr>
            </a:lvl2pPr>
            <a:lvl3pPr>
              <a:lnSpc>
                <a:spcPct val="100000"/>
              </a:lnSpc>
              <a:defRPr>
                <a:solidFill>
                  <a:schemeClr val="accent3"/>
                </a:solidFill>
              </a:defRPr>
            </a:lvl3pPr>
            <a:lvl4pPr>
              <a:lnSpc>
                <a:spcPct val="100000"/>
              </a:lnSpc>
              <a:defRPr>
                <a:solidFill>
                  <a:schemeClr val="accent3"/>
                </a:solidFill>
              </a:defRPr>
            </a:lvl4pPr>
            <a:lvl5pPr>
              <a:lnSpc>
                <a:spcPct val="100000"/>
              </a:lnSpc>
              <a:defRPr>
                <a:solidFill>
                  <a:schemeClr val="accent3"/>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0C593D2C-0F56-450C-86CD-A019ADD077E7}"/>
              </a:ext>
            </a:extLst>
          </p:cNvPr>
          <p:cNvSpPr>
            <a:spLocks noGrp="1"/>
          </p:cNvSpPr>
          <p:nvPr>
            <p:ph type="body" sz="quarter" idx="13"/>
          </p:nvPr>
        </p:nvSpPr>
        <p:spPr>
          <a:xfrm>
            <a:off x="838200" y="2273300"/>
            <a:ext cx="5905500" cy="584199"/>
          </a:xfrm>
        </p:spPr>
        <p:txBody>
          <a:bodyPr>
            <a:normAutofit/>
          </a:bodyPr>
          <a:lstStyle>
            <a:lvl1pPr marL="0" indent="0">
              <a:buNone/>
              <a:defRPr sz="2000" spc="0" baseline="0">
                <a:solidFill>
                  <a:schemeClr val="accent3"/>
                </a:solidFill>
                <a:latin typeface="+mj-lt"/>
              </a:defRPr>
            </a:lvl1pPr>
          </a:lstStyle>
          <a:p>
            <a:pPr lvl="0"/>
            <a:r>
              <a:rPr lang="en-US"/>
              <a:t>Click to edit Master text styles</a:t>
            </a:r>
          </a:p>
        </p:txBody>
      </p:sp>
      <p:sp>
        <p:nvSpPr>
          <p:cNvPr id="10" name="Text Placeholder 8">
            <a:extLst>
              <a:ext uri="{FF2B5EF4-FFF2-40B4-BE49-F238E27FC236}">
                <a16:creationId xmlns:a16="http://schemas.microsoft.com/office/drawing/2014/main" id="{312AF4CF-A37C-4010-9731-C33A8197CFF3}"/>
              </a:ext>
            </a:extLst>
          </p:cNvPr>
          <p:cNvSpPr>
            <a:spLocks noGrp="1"/>
          </p:cNvSpPr>
          <p:nvPr>
            <p:ph type="body" sz="quarter" idx="14"/>
          </p:nvPr>
        </p:nvSpPr>
        <p:spPr>
          <a:xfrm>
            <a:off x="7239000" y="2273300"/>
            <a:ext cx="4114800" cy="584199"/>
          </a:xfrm>
        </p:spPr>
        <p:txBody>
          <a:bodyPr>
            <a:normAutofit/>
          </a:bodyPr>
          <a:lstStyle>
            <a:lvl1pPr marL="0" indent="0">
              <a:buNone/>
              <a:defRPr sz="2000" spc="0" baseline="0">
                <a:solidFill>
                  <a:schemeClr val="accent3"/>
                </a:solidFill>
                <a:latin typeface="+mj-lt"/>
              </a:defRPr>
            </a:lvl1pPr>
          </a:lstStyle>
          <a:p>
            <a:pPr lvl="0"/>
            <a:r>
              <a:rPr lang="en-US"/>
              <a:t>Click to edit Master text styles</a:t>
            </a:r>
          </a:p>
        </p:txBody>
      </p:sp>
      <p:pic>
        <p:nvPicPr>
          <p:cNvPr id="12" name="Picture 11" descr="A picture containing outdoor, sky, nature, dune&#10;&#10;Description automatically generated">
            <a:extLst>
              <a:ext uri="{FF2B5EF4-FFF2-40B4-BE49-F238E27FC236}">
                <a16:creationId xmlns:a16="http://schemas.microsoft.com/office/drawing/2014/main" id="{8CD853FB-B552-43EE-A55D-E13ADC8B671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304800" cy="6858000"/>
          </a:xfrm>
          <a:prstGeom prst="rect">
            <a:avLst/>
          </a:prstGeom>
        </p:spPr>
      </p:pic>
      <p:pic>
        <p:nvPicPr>
          <p:cNvPr id="14" name="Picture 13" descr="A picture containing outdoor, sky, nature, dune&#10;&#10;Description automatically generated">
            <a:extLst>
              <a:ext uri="{FF2B5EF4-FFF2-40B4-BE49-F238E27FC236}">
                <a16:creationId xmlns:a16="http://schemas.microsoft.com/office/drawing/2014/main" id="{C95FC6BE-3777-46FA-A4A2-6C667016B817}"/>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1887200" y="0"/>
            <a:ext cx="304800" cy="6858000"/>
          </a:xfrm>
          <a:prstGeom prst="rect">
            <a:avLst/>
          </a:prstGeom>
        </p:spPr>
      </p:pic>
      <p:sp>
        <p:nvSpPr>
          <p:cNvPr id="15" name="Text Placeholder 23">
            <a:extLst>
              <a:ext uri="{FF2B5EF4-FFF2-40B4-BE49-F238E27FC236}">
                <a16:creationId xmlns:a16="http://schemas.microsoft.com/office/drawing/2014/main" id="{DD19217A-B411-49D0-84C7-16BA3F21FE2E}"/>
              </a:ext>
            </a:extLst>
          </p:cNvPr>
          <p:cNvSpPr>
            <a:spLocks noGrp="1"/>
          </p:cNvSpPr>
          <p:nvPr>
            <p:ph type="body" sz="quarter" idx="15"/>
          </p:nvPr>
        </p:nvSpPr>
        <p:spPr>
          <a:xfrm>
            <a:off x="838200" y="1463675"/>
            <a:ext cx="10515600" cy="365125"/>
          </a:xfrm>
        </p:spPr>
        <p:txBody>
          <a:bodyPr/>
          <a:lstStyle>
            <a:lvl1pPr marL="0" indent="0" algn="l">
              <a:buNone/>
              <a:defRPr lang="en-US" sz="2000" kern="1200" dirty="0" smtClean="0">
                <a:solidFill>
                  <a:schemeClr val="accent3"/>
                </a:solidFill>
                <a:latin typeface="+mj-lt"/>
                <a:ea typeface="+mj-ea"/>
                <a:cs typeface="+mj-cs"/>
              </a:defRPr>
            </a:lvl1pPr>
            <a:lvl2pPr algn="l">
              <a:defRPr>
                <a:solidFill>
                  <a:schemeClr val="accent3"/>
                </a:solidFill>
              </a:defRPr>
            </a:lvl2pPr>
          </a:lstStyle>
          <a:p>
            <a:pPr lvl="0"/>
            <a:r>
              <a:rPr lang="en-US"/>
              <a:t>Click to edit Master text styles</a:t>
            </a:r>
          </a:p>
          <a:p>
            <a:pPr lvl="1"/>
            <a:r>
              <a:rPr lang="en-US"/>
              <a:t>Second level</a:t>
            </a:r>
          </a:p>
        </p:txBody>
      </p:sp>
      <p:sp>
        <p:nvSpPr>
          <p:cNvPr id="16" name="Footer Placeholder 5">
            <a:extLst>
              <a:ext uri="{FF2B5EF4-FFF2-40B4-BE49-F238E27FC236}">
                <a16:creationId xmlns:a16="http://schemas.microsoft.com/office/drawing/2014/main" id="{EA82BD0B-4BD1-40BF-865D-C6A32C64067A}"/>
              </a:ext>
            </a:extLst>
          </p:cNvPr>
          <p:cNvSpPr>
            <a:spLocks noGrp="1"/>
          </p:cNvSpPr>
          <p:nvPr>
            <p:ph type="ftr" sz="quarter" idx="10"/>
          </p:nvPr>
        </p:nvSpPr>
        <p:spPr>
          <a:xfrm>
            <a:off x="4038600" y="6356350"/>
            <a:ext cx="4114800" cy="365125"/>
          </a:xfrm>
        </p:spPr>
        <p:txBody>
          <a:bodyPr/>
          <a:lstStyle>
            <a:lvl1pPr>
              <a:defRPr>
                <a:solidFill>
                  <a:schemeClr val="accent3">
                    <a:lumMod val="60000"/>
                    <a:lumOff val="40000"/>
                  </a:schemeClr>
                </a:solidFill>
              </a:defRPr>
            </a:lvl1pPr>
          </a:lstStyle>
          <a:p>
            <a:r>
              <a:rPr lang="en-ZA" dirty="0"/>
              <a:t>Pitch deck</a:t>
            </a:r>
          </a:p>
        </p:txBody>
      </p:sp>
      <p:sp>
        <p:nvSpPr>
          <p:cNvPr id="17" name="Slide Number Placeholder 6">
            <a:extLst>
              <a:ext uri="{FF2B5EF4-FFF2-40B4-BE49-F238E27FC236}">
                <a16:creationId xmlns:a16="http://schemas.microsoft.com/office/drawing/2014/main" id="{C34C6F6C-1D22-4E30-BC57-12F1408D70AE}"/>
              </a:ext>
            </a:extLst>
          </p:cNvPr>
          <p:cNvSpPr>
            <a:spLocks noGrp="1"/>
          </p:cNvSpPr>
          <p:nvPr>
            <p:ph type="sldNum" sz="quarter" idx="11"/>
          </p:nvPr>
        </p:nvSpPr>
        <p:spPr>
          <a:xfrm>
            <a:off x="8610600" y="6356350"/>
            <a:ext cx="2743200" cy="365125"/>
          </a:xfrm>
        </p:spPr>
        <p:txBody>
          <a:bodyPr/>
          <a:lstStyle>
            <a:lvl1pPr>
              <a:defRPr>
                <a:solidFill>
                  <a:schemeClr val="accent3">
                    <a:lumMod val="60000"/>
                    <a:lumOff val="40000"/>
                  </a:schemeClr>
                </a:solidFill>
              </a:defRPr>
            </a:lvl1pPr>
          </a:lstStyle>
          <a:p>
            <a:fld id="{19B51A1E-902D-48AF-9020-955120F399B6}" type="slidenum">
              <a:rPr lang="en-ZA" smtClean="0"/>
              <a:pPr/>
              <a:t>‹#›</a:t>
            </a:fld>
            <a:endParaRPr lang="en-ZA" dirty="0"/>
          </a:p>
        </p:txBody>
      </p:sp>
      <p:sp>
        <p:nvSpPr>
          <p:cNvPr id="18" name="Date Placeholder 3">
            <a:extLst>
              <a:ext uri="{FF2B5EF4-FFF2-40B4-BE49-F238E27FC236}">
                <a16:creationId xmlns:a16="http://schemas.microsoft.com/office/drawing/2014/main" id="{94B53078-6930-4337-8412-A0228A7BEF3D}"/>
              </a:ext>
            </a:extLst>
          </p:cNvPr>
          <p:cNvSpPr>
            <a:spLocks noGrp="1"/>
          </p:cNvSpPr>
          <p:nvPr>
            <p:ph type="dt" sz="half" idx="16"/>
          </p:nvPr>
        </p:nvSpPr>
        <p:spPr>
          <a:xfrm>
            <a:off x="838200" y="6356350"/>
            <a:ext cx="2743200" cy="365125"/>
          </a:xfrm>
          <a:prstGeom prst="rect">
            <a:avLst/>
          </a:prstGeom>
        </p:spPr>
        <p:txBody>
          <a:bodyPr vert="horz" lIns="91440" tIns="45720" rIns="91440" bIns="45720" rtlCol="0" anchor="ctr"/>
          <a:lstStyle>
            <a:lvl1pPr algn="l">
              <a:defRPr sz="900">
                <a:solidFill>
                  <a:schemeClr val="accent3">
                    <a:lumMod val="60000"/>
                    <a:lumOff val="40000"/>
                  </a:schemeClr>
                </a:solidFill>
              </a:defRPr>
            </a:lvl1pPr>
          </a:lstStyle>
          <a:p>
            <a:r>
              <a:rPr lang="en-US"/>
              <a:t>6/22/20XX</a:t>
            </a:r>
            <a:endParaRPr lang="en-US" dirty="0"/>
          </a:p>
        </p:txBody>
      </p:sp>
    </p:spTree>
    <p:extLst>
      <p:ext uri="{BB962C8B-B14F-4D97-AF65-F5344CB8AC3E}">
        <p14:creationId xmlns:p14="http://schemas.microsoft.com/office/powerpoint/2010/main" val="20195858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meline 2">
    <p:bg>
      <p:bgPr>
        <a:solidFill>
          <a:schemeClr val="accent1"/>
        </a:solidFill>
        <a:effectLst/>
      </p:bgPr>
    </p:bg>
    <p:spTree>
      <p:nvGrpSpPr>
        <p:cNvPr id="1" name=""/>
        <p:cNvGrpSpPr/>
        <p:nvPr/>
      </p:nvGrpSpPr>
      <p:grpSpPr>
        <a:xfrm>
          <a:off x="0" y="0"/>
          <a:ext cx="0" cy="0"/>
          <a:chOff x="0" y="0"/>
          <a:chExt cx="0" cy="0"/>
        </a:xfrm>
      </p:grpSpPr>
      <p:pic>
        <p:nvPicPr>
          <p:cNvPr id="35" name="Picture 34" descr="A picture containing outdoor, sky, nature, dune&#10;&#10;Description automatically generated">
            <a:extLst>
              <a:ext uri="{FF2B5EF4-FFF2-40B4-BE49-F238E27FC236}">
                <a16:creationId xmlns:a16="http://schemas.microsoft.com/office/drawing/2014/main" id="{B184911A-D23E-4AE4-AA9D-D9351F3961D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29640" y="3995381"/>
            <a:ext cx="10332720" cy="122320"/>
          </a:xfrm>
          <a:prstGeom prst="rect">
            <a:avLst/>
          </a:prstGeom>
        </p:spPr>
      </p:pic>
      <p:sp>
        <p:nvSpPr>
          <p:cNvPr id="2" name="Title 1">
            <a:extLst>
              <a:ext uri="{FF2B5EF4-FFF2-40B4-BE49-F238E27FC236}">
                <a16:creationId xmlns:a16="http://schemas.microsoft.com/office/drawing/2014/main" id="{A1F8C642-49FB-4E16-A3A0-B2ACBEABFFD6}"/>
              </a:ext>
            </a:extLst>
          </p:cNvPr>
          <p:cNvSpPr>
            <a:spLocks noGrp="1"/>
          </p:cNvSpPr>
          <p:nvPr>
            <p:ph type="title"/>
          </p:nvPr>
        </p:nvSpPr>
        <p:spPr/>
        <p:txBody>
          <a:bodyPr/>
          <a:lstStyle>
            <a:lvl1pPr>
              <a:defRPr>
                <a:solidFill>
                  <a:schemeClr val="accent3"/>
                </a:solidFill>
              </a:defRPr>
            </a:lvl1pPr>
          </a:lstStyle>
          <a:p>
            <a:r>
              <a:rPr lang="en-US"/>
              <a:t>Click to edit Master title style</a:t>
            </a:r>
          </a:p>
        </p:txBody>
      </p:sp>
      <p:sp>
        <p:nvSpPr>
          <p:cNvPr id="3" name="Date Placeholder 2">
            <a:extLst>
              <a:ext uri="{FF2B5EF4-FFF2-40B4-BE49-F238E27FC236}">
                <a16:creationId xmlns:a16="http://schemas.microsoft.com/office/drawing/2014/main" id="{9CAF00A3-1058-4FA9-A985-03711701054C}"/>
              </a:ext>
            </a:extLst>
          </p:cNvPr>
          <p:cNvSpPr>
            <a:spLocks noGrp="1"/>
          </p:cNvSpPr>
          <p:nvPr>
            <p:ph type="dt" sz="half" idx="10"/>
          </p:nvPr>
        </p:nvSpPr>
        <p:spPr/>
        <p:txBody>
          <a:bodyPr/>
          <a:lstStyle>
            <a:lvl1pPr>
              <a:defRPr>
                <a:solidFill>
                  <a:schemeClr val="accent3">
                    <a:lumMod val="60000"/>
                    <a:lumOff val="40000"/>
                  </a:schemeClr>
                </a:solidFill>
              </a:defRPr>
            </a:lvl1pPr>
          </a:lstStyle>
          <a:p>
            <a:r>
              <a:rPr lang="en-US"/>
              <a:t>6/22/20XX</a:t>
            </a:r>
            <a:endParaRPr lang="en-US" dirty="0"/>
          </a:p>
        </p:txBody>
      </p:sp>
      <p:sp>
        <p:nvSpPr>
          <p:cNvPr id="4" name="Footer Placeholder 3">
            <a:extLst>
              <a:ext uri="{FF2B5EF4-FFF2-40B4-BE49-F238E27FC236}">
                <a16:creationId xmlns:a16="http://schemas.microsoft.com/office/drawing/2014/main" id="{A00F60BE-20E1-40C5-85E7-AEAABD0C0DE6}"/>
              </a:ext>
            </a:extLst>
          </p:cNvPr>
          <p:cNvSpPr>
            <a:spLocks noGrp="1"/>
          </p:cNvSpPr>
          <p:nvPr>
            <p:ph type="ftr" sz="quarter" idx="11"/>
          </p:nvPr>
        </p:nvSpPr>
        <p:spPr/>
        <p:txBody>
          <a:bodyPr/>
          <a:lstStyle>
            <a:lvl1pPr>
              <a:defRPr>
                <a:solidFill>
                  <a:schemeClr val="accent3">
                    <a:lumMod val="60000"/>
                    <a:lumOff val="40000"/>
                  </a:schemeClr>
                </a:solidFill>
              </a:defRPr>
            </a:lvl1pPr>
          </a:lstStyle>
          <a:p>
            <a:r>
              <a:rPr lang="en-US" dirty="0"/>
              <a:t>Pitch deck</a:t>
            </a:r>
          </a:p>
        </p:txBody>
      </p:sp>
      <p:sp>
        <p:nvSpPr>
          <p:cNvPr id="5" name="Slide Number Placeholder 4">
            <a:extLst>
              <a:ext uri="{FF2B5EF4-FFF2-40B4-BE49-F238E27FC236}">
                <a16:creationId xmlns:a16="http://schemas.microsoft.com/office/drawing/2014/main" id="{05DC939B-94C9-4FF9-B0C8-1149DEFA6CF8}"/>
              </a:ext>
            </a:extLst>
          </p:cNvPr>
          <p:cNvSpPr>
            <a:spLocks noGrp="1"/>
          </p:cNvSpPr>
          <p:nvPr>
            <p:ph type="sldNum" sz="quarter" idx="12"/>
          </p:nvPr>
        </p:nvSpPr>
        <p:spPr/>
        <p:txBody>
          <a:bodyPr/>
          <a:lstStyle>
            <a:lvl1pPr>
              <a:defRPr>
                <a:solidFill>
                  <a:schemeClr val="accent3">
                    <a:lumMod val="60000"/>
                    <a:lumOff val="40000"/>
                  </a:schemeClr>
                </a:solidFill>
              </a:defRPr>
            </a:lvl1pPr>
          </a:lstStyle>
          <a:p>
            <a:fld id="{B5CEABB6-07DC-46E8-9B57-56EC44A396E5}" type="slidenum">
              <a:rPr lang="en-US" smtClean="0"/>
              <a:pPr/>
              <a:t>‹#›</a:t>
            </a:fld>
            <a:endParaRPr lang="en-US" dirty="0"/>
          </a:p>
        </p:txBody>
      </p:sp>
      <p:sp>
        <p:nvSpPr>
          <p:cNvPr id="7" name="Text Placeholder 10">
            <a:extLst>
              <a:ext uri="{FF2B5EF4-FFF2-40B4-BE49-F238E27FC236}">
                <a16:creationId xmlns:a16="http://schemas.microsoft.com/office/drawing/2014/main" id="{FB058FB8-1105-4C4A-BC46-FC5263C51B4C}"/>
              </a:ext>
            </a:extLst>
          </p:cNvPr>
          <p:cNvSpPr>
            <a:spLocks noGrp="1"/>
          </p:cNvSpPr>
          <p:nvPr>
            <p:ph type="body" sz="quarter" idx="33" hasCustomPrompt="1"/>
          </p:nvPr>
        </p:nvSpPr>
        <p:spPr>
          <a:xfrm>
            <a:off x="914399" y="3354712"/>
            <a:ext cx="731520" cy="457200"/>
          </a:xfrm>
        </p:spPr>
        <p:txBody>
          <a:bodyPr anchor="ctr"/>
          <a:lstStyle>
            <a:lvl1pPr marL="0" indent="0" algn="l">
              <a:buNone/>
              <a:defRPr sz="1400" b="1">
                <a:solidFill>
                  <a:schemeClr val="accent3"/>
                </a:solidFill>
                <a:latin typeface="+mj-lt"/>
              </a:defRPr>
            </a:lvl1pPr>
          </a:lstStyle>
          <a:p>
            <a:pPr lvl="0"/>
            <a:r>
              <a:rPr lang="en-US"/>
              <a:t>Year</a:t>
            </a:r>
            <a:endParaRPr lang="en-ZA"/>
          </a:p>
        </p:txBody>
      </p:sp>
      <p:sp>
        <p:nvSpPr>
          <p:cNvPr id="8" name="Text Placeholder 10">
            <a:extLst>
              <a:ext uri="{FF2B5EF4-FFF2-40B4-BE49-F238E27FC236}">
                <a16:creationId xmlns:a16="http://schemas.microsoft.com/office/drawing/2014/main" id="{0F15AF40-266A-4348-9B27-CBABA9E3D92A}"/>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9" name="Text Placeholder 10">
            <a:extLst>
              <a:ext uri="{FF2B5EF4-FFF2-40B4-BE49-F238E27FC236}">
                <a16:creationId xmlns:a16="http://schemas.microsoft.com/office/drawing/2014/main" id="{ECD58177-9C19-4D24-9FFF-58EECDE7657F}"/>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10" name="Text Placeholder 10">
            <a:extLst>
              <a:ext uri="{FF2B5EF4-FFF2-40B4-BE49-F238E27FC236}">
                <a16:creationId xmlns:a16="http://schemas.microsoft.com/office/drawing/2014/main" id="{ABE7486E-0AF8-4124-830C-420FA1F92BBB}"/>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11" name="Text Placeholder 10">
            <a:extLst>
              <a:ext uri="{FF2B5EF4-FFF2-40B4-BE49-F238E27FC236}">
                <a16:creationId xmlns:a16="http://schemas.microsoft.com/office/drawing/2014/main" id="{F64A74A1-7AA0-4CCA-91E2-173B9CC7AFDC}"/>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12" name="Text Placeholder 10">
            <a:extLst>
              <a:ext uri="{FF2B5EF4-FFF2-40B4-BE49-F238E27FC236}">
                <a16:creationId xmlns:a16="http://schemas.microsoft.com/office/drawing/2014/main" id="{128FF9BA-B29D-439F-A4A3-BFE6BC8B45C3}"/>
              </a:ext>
            </a:extLst>
          </p:cNvPr>
          <p:cNvSpPr>
            <a:spLocks noGrp="1"/>
          </p:cNvSpPr>
          <p:nvPr>
            <p:ph type="body" sz="quarter" idx="38" hasCustomPrompt="1"/>
          </p:nvPr>
        </p:nvSpPr>
        <p:spPr>
          <a:xfrm>
            <a:off x="914400" y="4292468"/>
            <a:ext cx="731520" cy="457200"/>
          </a:xfrm>
        </p:spPr>
        <p:txBody>
          <a:bodyPr anchor="ctr"/>
          <a:lstStyle>
            <a:lvl1pPr marL="0" indent="0" algn="l">
              <a:buNone/>
              <a:defRPr sz="1400" b="1">
                <a:solidFill>
                  <a:schemeClr val="accent3"/>
                </a:solidFill>
                <a:latin typeface="+mj-lt"/>
              </a:defRPr>
            </a:lvl1pPr>
          </a:lstStyle>
          <a:p>
            <a:pPr lvl="0"/>
            <a:r>
              <a:rPr lang="en-US"/>
              <a:t>Year</a:t>
            </a:r>
            <a:endParaRPr lang="en-ZA"/>
          </a:p>
        </p:txBody>
      </p:sp>
      <p:sp>
        <p:nvSpPr>
          <p:cNvPr id="13" name="Text Placeholder 10">
            <a:extLst>
              <a:ext uri="{FF2B5EF4-FFF2-40B4-BE49-F238E27FC236}">
                <a16:creationId xmlns:a16="http://schemas.microsoft.com/office/drawing/2014/main" id="{671CD701-6647-40A3-B851-9CA1C8D35667}"/>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14" name="Text Placeholder 10">
            <a:extLst>
              <a:ext uri="{FF2B5EF4-FFF2-40B4-BE49-F238E27FC236}">
                <a16:creationId xmlns:a16="http://schemas.microsoft.com/office/drawing/2014/main" id="{B6A8BFC1-7FA0-4CAA-97FD-9A01BA00D2D5}"/>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15" name="Text Placeholder 10">
            <a:extLst>
              <a:ext uri="{FF2B5EF4-FFF2-40B4-BE49-F238E27FC236}">
                <a16:creationId xmlns:a16="http://schemas.microsoft.com/office/drawing/2014/main" id="{ED0C2842-0D4E-486C-A993-1D0D75D49433}"/>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16" name="Text Placeholder 10">
            <a:extLst>
              <a:ext uri="{FF2B5EF4-FFF2-40B4-BE49-F238E27FC236}">
                <a16:creationId xmlns:a16="http://schemas.microsoft.com/office/drawing/2014/main" id="{A59B4F0E-8F16-42CC-8346-A00DADA20ED9}"/>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17" name="Text Placeholder 10">
            <a:extLst>
              <a:ext uri="{FF2B5EF4-FFF2-40B4-BE49-F238E27FC236}">
                <a16:creationId xmlns:a16="http://schemas.microsoft.com/office/drawing/2014/main" id="{99D7695C-A738-4500-B476-95B5729911DC}"/>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18" name="Text Placeholder 10">
            <a:extLst>
              <a:ext uri="{FF2B5EF4-FFF2-40B4-BE49-F238E27FC236}">
                <a16:creationId xmlns:a16="http://schemas.microsoft.com/office/drawing/2014/main" id="{B3B984CB-A282-404B-8B4C-8FEE071EB279}"/>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19" name="Text Placeholder 10">
            <a:extLst>
              <a:ext uri="{FF2B5EF4-FFF2-40B4-BE49-F238E27FC236}">
                <a16:creationId xmlns:a16="http://schemas.microsoft.com/office/drawing/2014/main" id="{5F337119-92E1-4057-81DB-A0B6F5747A38}"/>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20" name="Text Placeholder 10">
            <a:extLst>
              <a:ext uri="{FF2B5EF4-FFF2-40B4-BE49-F238E27FC236}">
                <a16:creationId xmlns:a16="http://schemas.microsoft.com/office/drawing/2014/main" id="{688EEFA1-753B-4733-8686-F3A10A131B81}"/>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21" name="Text Placeholder 10">
            <a:extLst>
              <a:ext uri="{FF2B5EF4-FFF2-40B4-BE49-F238E27FC236}">
                <a16:creationId xmlns:a16="http://schemas.microsoft.com/office/drawing/2014/main" id="{C7B05348-942A-4131-9A3F-479F3F9A9A87}"/>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22" name="Text Placeholder 10">
            <a:extLst>
              <a:ext uri="{FF2B5EF4-FFF2-40B4-BE49-F238E27FC236}">
                <a16:creationId xmlns:a16="http://schemas.microsoft.com/office/drawing/2014/main" id="{B3C00ACD-1C1A-4069-B8CB-DB8CA8A0B80F}"/>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23" name="Text Placeholder 10">
            <a:extLst>
              <a:ext uri="{FF2B5EF4-FFF2-40B4-BE49-F238E27FC236}">
                <a16:creationId xmlns:a16="http://schemas.microsoft.com/office/drawing/2014/main" id="{CA74A790-DCD1-46EB-8261-607BEF403CCF}"/>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24" name="Text Placeholder 10">
            <a:extLst>
              <a:ext uri="{FF2B5EF4-FFF2-40B4-BE49-F238E27FC236}">
                <a16:creationId xmlns:a16="http://schemas.microsoft.com/office/drawing/2014/main" id="{17825B37-7E7B-4D73-967B-AA07F007C074}"/>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25" name="Text Placeholder 10">
            <a:extLst>
              <a:ext uri="{FF2B5EF4-FFF2-40B4-BE49-F238E27FC236}">
                <a16:creationId xmlns:a16="http://schemas.microsoft.com/office/drawing/2014/main" id="{DA6EB697-D6DD-4343-BAC9-49514C5D518A}"/>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26" name="Text Placeholder 10">
            <a:extLst>
              <a:ext uri="{FF2B5EF4-FFF2-40B4-BE49-F238E27FC236}">
                <a16:creationId xmlns:a16="http://schemas.microsoft.com/office/drawing/2014/main" id="{9E70367E-C969-4F8A-AC6F-5E7AC2C0BC59}"/>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27" name="Text Placeholder 10">
            <a:extLst>
              <a:ext uri="{FF2B5EF4-FFF2-40B4-BE49-F238E27FC236}">
                <a16:creationId xmlns:a16="http://schemas.microsoft.com/office/drawing/2014/main" id="{30575E90-7198-47A0-805F-3162B2386DC9}"/>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28" name="Text Placeholder 10">
            <a:extLst>
              <a:ext uri="{FF2B5EF4-FFF2-40B4-BE49-F238E27FC236}">
                <a16:creationId xmlns:a16="http://schemas.microsoft.com/office/drawing/2014/main" id="{3ED2274A-F2D9-4427-99BF-1D78414DBCD1}"/>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29" name="Text Placeholder 10">
            <a:extLst>
              <a:ext uri="{FF2B5EF4-FFF2-40B4-BE49-F238E27FC236}">
                <a16:creationId xmlns:a16="http://schemas.microsoft.com/office/drawing/2014/main" id="{231D0A8C-CD54-4D10-A8F5-97CF139C25DF}"/>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30" name="Text Placeholder 10">
            <a:extLst>
              <a:ext uri="{FF2B5EF4-FFF2-40B4-BE49-F238E27FC236}">
                <a16:creationId xmlns:a16="http://schemas.microsoft.com/office/drawing/2014/main" id="{AFC15A55-7462-4E94-8DA3-5549FE7AAC87}"/>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31" name="Text Placeholder 10">
            <a:extLst>
              <a:ext uri="{FF2B5EF4-FFF2-40B4-BE49-F238E27FC236}">
                <a16:creationId xmlns:a16="http://schemas.microsoft.com/office/drawing/2014/main" id="{4D808E3A-2D47-4508-B487-97E7B840A17C}"/>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32" name="Text Placeholder 10">
            <a:extLst>
              <a:ext uri="{FF2B5EF4-FFF2-40B4-BE49-F238E27FC236}">
                <a16:creationId xmlns:a16="http://schemas.microsoft.com/office/drawing/2014/main" id="{2B7FEF61-4C66-42E8-81B2-CB838535F7E5}"/>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Tree>
    <p:extLst>
      <p:ext uri="{BB962C8B-B14F-4D97-AF65-F5344CB8AC3E}">
        <p14:creationId xmlns:p14="http://schemas.microsoft.com/office/powerpoint/2010/main" val="22540800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hart">
    <p:spTree>
      <p:nvGrpSpPr>
        <p:cNvPr id="1" name=""/>
        <p:cNvGrpSpPr/>
        <p:nvPr/>
      </p:nvGrpSpPr>
      <p:grpSpPr>
        <a:xfrm>
          <a:off x="0" y="0"/>
          <a:ext cx="0" cy="0"/>
          <a:chOff x="0" y="0"/>
          <a:chExt cx="0" cy="0"/>
        </a:xfrm>
      </p:grpSpPr>
      <p:pic>
        <p:nvPicPr>
          <p:cNvPr id="7" name="Picture 6" descr="A group of people riding horses&#10;&#10;Description automatically generated with medium confidence">
            <a:extLst>
              <a:ext uri="{FF2B5EF4-FFF2-40B4-BE49-F238E27FC236}">
                <a16:creationId xmlns:a16="http://schemas.microsoft.com/office/drawing/2014/main" id="{A88965D1-1506-43AA-A066-5CA60D2ADFC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4345AFDE-8D65-480B-9D80-F8B2868463F1}"/>
              </a:ext>
            </a:extLst>
          </p:cNvPr>
          <p:cNvSpPr/>
          <p:nvPr userDrawn="1"/>
        </p:nvSpPr>
        <p:spPr>
          <a:xfrm>
            <a:off x="304800" y="365125"/>
            <a:ext cx="11582400" cy="6127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1F8C642-49FB-4E16-A3A0-B2ACBEABFFD6}"/>
              </a:ext>
            </a:extLst>
          </p:cNvPr>
          <p:cNvSpPr>
            <a:spLocks noGrp="1"/>
          </p:cNvSpPr>
          <p:nvPr>
            <p:ph type="title"/>
          </p:nvPr>
        </p:nvSpPr>
        <p:spPr/>
        <p:txBody>
          <a:bodyPr/>
          <a:lstStyle>
            <a:lvl1pPr algn="ctr">
              <a:defRPr>
                <a:solidFill>
                  <a:schemeClr val="accent3"/>
                </a:solidFill>
              </a:defRPr>
            </a:lvl1pPr>
          </a:lstStyle>
          <a:p>
            <a:r>
              <a:rPr lang="en-US"/>
              <a:t>Click to edit Master title style</a:t>
            </a:r>
          </a:p>
        </p:txBody>
      </p:sp>
      <p:sp>
        <p:nvSpPr>
          <p:cNvPr id="11" name="Chart Placeholder 10">
            <a:extLst>
              <a:ext uri="{FF2B5EF4-FFF2-40B4-BE49-F238E27FC236}">
                <a16:creationId xmlns:a16="http://schemas.microsoft.com/office/drawing/2014/main" id="{2F91974B-F58F-4C8E-8D68-7DBAD42BE6CE}"/>
              </a:ext>
            </a:extLst>
          </p:cNvPr>
          <p:cNvSpPr>
            <a:spLocks noGrp="1"/>
          </p:cNvSpPr>
          <p:nvPr>
            <p:ph type="chart" sz="quarter" idx="13"/>
          </p:nvPr>
        </p:nvSpPr>
        <p:spPr>
          <a:xfrm>
            <a:off x="838200" y="1690688"/>
            <a:ext cx="10515600" cy="3984625"/>
          </a:xfrm>
        </p:spPr>
        <p:txBody>
          <a:bodyPr/>
          <a:lstStyle/>
          <a:p>
            <a:r>
              <a:rPr lang="en-US"/>
              <a:t>Click icon to add chart</a:t>
            </a:r>
            <a:endParaRPr lang="en-US" dirty="0"/>
          </a:p>
        </p:txBody>
      </p:sp>
      <p:sp>
        <p:nvSpPr>
          <p:cNvPr id="12" name="Footer Placeholder 5">
            <a:extLst>
              <a:ext uri="{FF2B5EF4-FFF2-40B4-BE49-F238E27FC236}">
                <a16:creationId xmlns:a16="http://schemas.microsoft.com/office/drawing/2014/main" id="{ED055213-4B28-4DFA-B283-C64E50841BCA}"/>
              </a:ext>
            </a:extLst>
          </p:cNvPr>
          <p:cNvSpPr>
            <a:spLocks noGrp="1"/>
          </p:cNvSpPr>
          <p:nvPr>
            <p:ph type="ftr" sz="quarter" idx="10"/>
          </p:nvPr>
        </p:nvSpPr>
        <p:spPr>
          <a:xfrm>
            <a:off x="4038600" y="6497865"/>
            <a:ext cx="4114800" cy="365125"/>
          </a:xfrm>
        </p:spPr>
        <p:txBody>
          <a:bodyPr/>
          <a:lstStyle>
            <a:lvl1pPr>
              <a:defRPr>
                <a:solidFill>
                  <a:schemeClr val="accent1"/>
                </a:solidFill>
              </a:defRPr>
            </a:lvl1pPr>
          </a:lstStyle>
          <a:p>
            <a:r>
              <a:rPr lang="en-ZA" dirty="0"/>
              <a:t>Pitch deck</a:t>
            </a:r>
          </a:p>
        </p:txBody>
      </p:sp>
      <p:sp>
        <p:nvSpPr>
          <p:cNvPr id="13" name="Slide Number Placeholder 6">
            <a:extLst>
              <a:ext uri="{FF2B5EF4-FFF2-40B4-BE49-F238E27FC236}">
                <a16:creationId xmlns:a16="http://schemas.microsoft.com/office/drawing/2014/main" id="{C4C9E28E-8406-48BC-8F90-9483DF3E2618}"/>
              </a:ext>
            </a:extLst>
          </p:cNvPr>
          <p:cNvSpPr>
            <a:spLocks noGrp="1"/>
          </p:cNvSpPr>
          <p:nvPr>
            <p:ph type="sldNum" sz="quarter" idx="11"/>
          </p:nvPr>
        </p:nvSpPr>
        <p:spPr>
          <a:xfrm>
            <a:off x="8610600" y="6497865"/>
            <a:ext cx="2743200" cy="365125"/>
          </a:xfrm>
        </p:spPr>
        <p:txBody>
          <a:bodyPr/>
          <a:lstStyle>
            <a:lvl1pPr>
              <a:defRPr>
                <a:solidFill>
                  <a:schemeClr val="accent1"/>
                </a:solidFill>
              </a:defRPr>
            </a:lvl1pPr>
          </a:lstStyle>
          <a:p>
            <a:fld id="{19B51A1E-902D-48AF-9020-955120F399B6}" type="slidenum">
              <a:rPr lang="en-ZA" smtClean="0"/>
              <a:pPr/>
              <a:t>‹#›</a:t>
            </a:fld>
            <a:endParaRPr lang="en-ZA" dirty="0"/>
          </a:p>
        </p:txBody>
      </p:sp>
      <p:sp>
        <p:nvSpPr>
          <p:cNvPr id="14" name="Date Placeholder 3">
            <a:extLst>
              <a:ext uri="{FF2B5EF4-FFF2-40B4-BE49-F238E27FC236}">
                <a16:creationId xmlns:a16="http://schemas.microsoft.com/office/drawing/2014/main" id="{A592DA0A-15A7-4B7C-BDC1-6C40C548BD2E}"/>
              </a:ext>
            </a:extLst>
          </p:cNvPr>
          <p:cNvSpPr>
            <a:spLocks noGrp="1"/>
          </p:cNvSpPr>
          <p:nvPr>
            <p:ph type="dt" sz="half" idx="2"/>
          </p:nvPr>
        </p:nvSpPr>
        <p:spPr>
          <a:xfrm>
            <a:off x="838200" y="6497865"/>
            <a:ext cx="2743200" cy="365125"/>
          </a:xfrm>
          <a:prstGeom prst="rect">
            <a:avLst/>
          </a:prstGeom>
        </p:spPr>
        <p:txBody>
          <a:bodyPr vert="horz" lIns="91440" tIns="45720" rIns="91440" bIns="45720" rtlCol="0" anchor="ctr"/>
          <a:lstStyle>
            <a:lvl1pPr algn="l">
              <a:defRPr sz="900">
                <a:solidFill>
                  <a:schemeClr val="accent1"/>
                </a:solidFill>
              </a:defRPr>
            </a:lvl1pPr>
          </a:lstStyle>
          <a:p>
            <a:r>
              <a:rPr lang="en-US"/>
              <a:t>6/22/20XX</a:t>
            </a:r>
            <a:endParaRPr lang="en-US" dirty="0"/>
          </a:p>
        </p:txBody>
      </p:sp>
    </p:spTree>
    <p:extLst>
      <p:ext uri="{BB962C8B-B14F-4D97-AF65-F5344CB8AC3E}">
        <p14:creationId xmlns:p14="http://schemas.microsoft.com/office/powerpoint/2010/main" val="9411513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am - 4 up">
    <p:bg>
      <p:bgPr>
        <a:solidFill>
          <a:schemeClr val="accent2"/>
        </a:solidFill>
        <a:effectLst/>
      </p:bgPr>
    </p:bg>
    <p:spTree>
      <p:nvGrpSpPr>
        <p:cNvPr id="1" name=""/>
        <p:cNvGrpSpPr/>
        <p:nvPr/>
      </p:nvGrpSpPr>
      <p:grpSpPr>
        <a:xfrm>
          <a:off x="0" y="0"/>
          <a:ext cx="0" cy="0"/>
          <a:chOff x="0" y="0"/>
          <a:chExt cx="0" cy="0"/>
        </a:xfrm>
      </p:grpSpPr>
      <p:pic>
        <p:nvPicPr>
          <p:cNvPr id="9" name="Picture 8" descr="A group of people riding horses&#10;&#10;Description automatically generated with medium confidence">
            <a:extLst>
              <a:ext uri="{FF2B5EF4-FFF2-40B4-BE49-F238E27FC236}">
                <a16:creationId xmlns:a16="http://schemas.microsoft.com/office/drawing/2014/main" id="{92722E05-40B7-4586-82D6-7C5F7330DF5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5240" y="0"/>
            <a:ext cx="12207240" cy="3803330"/>
          </a:xfrm>
          <a:prstGeom prst="rect">
            <a:avLst/>
          </a:prstGeom>
        </p:spPr>
      </p:pic>
      <p:sp>
        <p:nvSpPr>
          <p:cNvPr id="2" name="Title 1">
            <a:extLst>
              <a:ext uri="{FF2B5EF4-FFF2-40B4-BE49-F238E27FC236}">
                <a16:creationId xmlns:a16="http://schemas.microsoft.com/office/drawing/2014/main" id="{A1F8C642-49FB-4E16-A3A0-B2ACBEABFFD6}"/>
              </a:ext>
            </a:extLst>
          </p:cNvPr>
          <p:cNvSpPr>
            <a:spLocks noGrp="1"/>
          </p:cNvSpPr>
          <p:nvPr>
            <p:ph type="title"/>
          </p:nvPr>
        </p:nvSpPr>
        <p:spPr>
          <a:xfrm>
            <a:off x="838200" y="4007165"/>
            <a:ext cx="10515600" cy="1004255"/>
          </a:xfrm>
        </p:spPr>
        <p:txBody>
          <a:bodyPr/>
          <a:lstStyle>
            <a:lvl1pPr algn="ctr">
              <a:defRPr>
                <a:solidFill>
                  <a:schemeClr val="accent1"/>
                </a:solidFill>
              </a:defRPr>
            </a:lvl1pPr>
          </a:lstStyle>
          <a:p>
            <a:r>
              <a:rPr lang="en-US"/>
              <a:t>Click to edit Master title style</a:t>
            </a:r>
          </a:p>
        </p:txBody>
      </p:sp>
      <p:sp>
        <p:nvSpPr>
          <p:cNvPr id="3" name="Date Placeholder 2">
            <a:extLst>
              <a:ext uri="{FF2B5EF4-FFF2-40B4-BE49-F238E27FC236}">
                <a16:creationId xmlns:a16="http://schemas.microsoft.com/office/drawing/2014/main" id="{9CAF00A3-1058-4FA9-A985-03711701054C}"/>
              </a:ext>
            </a:extLst>
          </p:cNvPr>
          <p:cNvSpPr>
            <a:spLocks noGrp="1"/>
          </p:cNvSpPr>
          <p:nvPr>
            <p:ph type="dt" sz="half" idx="10"/>
          </p:nvPr>
        </p:nvSpPr>
        <p:spPr/>
        <p:txBody>
          <a:bodyPr/>
          <a:lstStyle>
            <a:lvl1pPr>
              <a:defRPr>
                <a:solidFill>
                  <a:schemeClr val="accent1"/>
                </a:solidFill>
              </a:defRPr>
            </a:lvl1pPr>
          </a:lstStyle>
          <a:p>
            <a:r>
              <a:rPr lang="en-US"/>
              <a:t>6/22/20XX</a:t>
            </a:r>
            <a:endParaRPr lang="en-US" dirty="0"/>
          </a:p>
        </p:txBody>
      </p:sp>
      <p:sp>
        <p:nvSpPr>
          <p:cNvPr id="4" name="Footer Placeholder 3">
            <a:extLst>
              <a:ext uri="{FF2B5EF4-FFF2-40B4-BE49-F238E27FC236}">
                <a16:creationId xmlns:a16="http://schemas.microsoft.com/office/drawing/2014/main" id="{A00F60BE-20E1-40C5-85E7-AEAABD0C0DE6}"/>
              </a:ext>
            </a:extLst>
          </p:cNvPr>
          <p:cNvSpPr>
            <a:spLocks noGrp="1"/>
          </p:cNvSpPr>
          <p:nvPr>
            <p:ph type="ftr" sz="quarter" idx="11"/>
          </p:nvPr>
        </p:nvSpPr>
        <p:spPr/>
        <p:txBody>
          <a:bodyPr/>
          <a:lstStyle>
            <a:lvl1pPr>
              <a:defRPr>
                <a:solidFill>
                  <a:schemeClr val="accent1"/>
                </a:solidFill>
              </a:defRPr>
            </a:lvl1pPr>
          </a:lstStyle>
          <a:p>
            <a:r>
              <a:rPr lang="en-US" dirty="0"/>
              <a:t>Pitch deck</a:t>
            </a:r>
          </a:p>
        </p:txBody>
      </p:sp>
      <p:sp>
        <p:nvSpPr>
          <p:cNvPr id="5" name="Slide Number Placeholder 4">
            <a:extLst>
              <a:ext uri="{FF2B5EF4-FFF2-40B4-BE49-F238E27FC236}">
                <a16:creationId xmlns:a16="http://schemas.microsoft.com/office/drawing/2014/main" id="{05DC939B-94C9-4FF9-B0C8-1149DEFA6CF8}"/>
              </a:ext>
            </a:extLst>
          </p:cNvPr>
          <p:cNvSpPr>
            <a:spLocks noGrp="1"/>
          </p:cNvSpPr>
          <p:nvPr>
            <p:ph type="sldNum" sz="quarter" idx="12"/>
          </p:nvPr>
        </p:nvSpPr>
        <p:spPr/>
        <p:txBody>
          <a:bodyPr/>
          <a:lstStyle>
            <a:lvl1pPr>
              <a:defRPr>
                <a:solidFill>
                  <a:schemeClr val="accent1"/>
                </a:solidFill>
              </a:defRPr>
            </a:lvl1pPr>
          </a:lstStyle>
          <a:p>
            <a:fld id="{B5CEABB6-07DC-46E8-9B57-56EC44A396E5}" type="slidenum">
              <a:rPr lang="en-US" smtClean="0"/>
              <a:pPr/>
              <a:t>‹#›</a:t>
            </a:fld>
            <a:endParaRPr lang="en-US" dirty="0"/>
          </a:p>
        </p:txBody>
      </p:sp>
      <p:sp>
        <p:nvSpPr>
          <p:cNvPr id="11" name="Picture Placeholder 10">
            <a:extLst>
              <a:ext uri="{FF2B5EF4-FFF2-40B4-BE49-F238E27FC236}">
                <a16:creationId xmlns:a16="http://schemas.microsoft.com/office/drawing/2014/main" id="{0439DA59-3D52-4E19-81F6-B5ABF87E1D86}"/>
              </a:ext>
            </a:extLst>
          </p:cNvPr>
          <p:cNvSpPr>
            <a:spLocks noGrp="1"/>
          </p:cNvSpPr>
          <p:nvPr>
            <p:ph type="pic" sz="quarter" idx="13"/>
          </p:nvPr>
        </p:nvSpPr>
        <p:spPr>
          <a:xfrm>
            <a:off x="604520" y="518474"/>
            <a:ext cx="2743200" cy="2743200"/>
          </a:xfrm>
        </p:spPr>
        <p:txBody>
          <a:bodyPr/>
          <a:lstStyle/>
          <a:p>
            <a:r>
              <a:rPr lang="en-US"/>
              <a:t>Click icon to add picture</a:t>
            </a:r>
            <a:endParaRPr lang="en-US" dirty="0"/>
          </a:p>
        </p:txBody>
      </p:sp>
      <p:sp>
        <p:nvSpPr>
          <p:cNvPr id="14" name="Picture Placeholder 10">
            <a:extLst>
              <a:ext uri="{FF2B5EF4-FFF2-40B4-BE49-F238E27FC236}">
                <a16:creationId xmlns:a16="http://schemas.microsoft.com/office/drawing/2014/main" id="{5C9FFDAF-229D-4FED-B81C-20FB820A0E2F}"/>
              </a:ext>
            </a:extLst>
          </p:cNvPr>
          <p:cNvSpPr>
            <a:spLocks noGrp="1"/>
          </p:cNvSpPr>
          <p:nvPr>
            <p:ph type="pic" sz="quarter" idx="14"/>
          </p:nvPr>
        </p:nvSpPr>
        <p:spPr>
          <a:xfrm>
            <a:off x="3347720" y="518474"/>
            <a:ext cx="2743200" cy="2743200"/>
          </a:xfrm>
        </p:spPr>
        <p:txBody>
          <a:bodyPr/>
          <a:lstStyle/>
          <a:p>
            <a:r>
              <a:rPr lang="en-US"/>
              <a:t>Click icon to add picture</a:t>
            </a:r>
            <a:endParaRPr lang="en-US" dirty="0"/>
          </a:p>
        </p:txBody>
      </p:sp>
      <p:sp>
        <p:nvSpPr>
          <p:cNvPr id="15" name="Picture Placeholder 10">
            <a:extLst>
              <a:ext uri="{FF2B5EF4-FFF2-40B4-BE49-F238E27FC236}">
                <a16:creationId xmlns:a16="http://schemas.microsoft.com/office/drawing/2014/main" id="{DEC1D1B6-BF8B-41EF-B2E1-ED1471B19F25}"/>
              </a:ext>
            </a:extLst>
          </p:cNvPr>
          <p:cNvSpPr>
            <a:spLocks noGrp="1"/>
          </p:cNvSpPr>
          <p:nvPr>
            <p:ph type="pic" sz="quarter" idx="15"/>
          </p:nvPr>
        </p:nvSpPr>
        <p:spPr>
          <a:xfrm>
            <a:off x="6090920" y="518474"/>
            <a:ext cx="2743200" cy="2743200"/>
          </a:xfrm>
        </p:spPr>
        <p:txBody>
          <a:bodyPr/>
          <a:lstStyle/>
          <a:p>
            <a:r>
              <a:rPr lang="en-US"/>
              <a:t>Click icon to add picture</a:t>
            </a:r>
            <a:endParaRPr lang="en-US" dirty="0"/>
          </a:p>
        </p:txBody>
      </p:sp>
      <p:sp>
        <p:nvSpPr>
          <p:cNvPr id="16" name="Picture Placeholder 10">
            <a:extLst>
              <a:ext uri="{FF2B5EF4-FFF2-40B4-BE49-F238E27FC236}">
                <a16:creationId xmlns:a16="http://schemas.microsoft.com/office/drawing/2014/main" id="{686FC79D-5E8C-4928-AEB6-5F8C282E3C75}"/>
              </a:ext>
            </a:extLst>
          </p:cNvPr>
          <p:cNvSpPr>
            <a:spLocks noGrp="1"/>
          </p:cNvSpPr>
          <p:nvPr>
            <p:ph type="pic" sz="quarter" idx="16"/>
          </p:nvPr>
        </p:nvSpPr>
        <p:spPr>
          <a:xfrm>
            <a:off x="8834120" y="518474"/>
            <a:ext cx="2743200" cy="2743200"/>
          </a:xfrm>
        </p:spPr>
        <p:txBody>
          <a:bodyPr/>
          <a:lstStyle/>
          <a:p>
            <a:r>
              <a:rPr lang="en-US"/>
              <a:t>Click icon to add picture</a:t>
            </a:r>
            <a:endParaRPr lang="en-US" dirty="0"/>
          </a:p>
        </p:txBody>
      </p:sp>
      <p:sp>
        <p:nvSpPr>
          <p:cNvPr id="18" name="Text Placeholder 8">
            <a:extLst>
              <a:ext uri="{FF2B5EF4-FFF2-40B4-BE49-F238E27FC236}">
                <a16:creationId xmlns:a16="http://schemas.microsoft.com/office/drawing/2014/main" id="{1BB6C15B-8373-47B7-B8A7-194BD68DDFD3}"/>
              </a:ext>
            </a:extLst>
          </p:cNvPr>
          <p:cNvSpPr>
            <a:spLocks noGrp="1"/>
          </p:cNvSpPr>
          <p:nvPr>
            <p:ph type="body" sz="quarter" idx="33" hasCustomPrompt="1"/>
          </p:nvPr>
        </p:nvSpPr>
        <p:spPr>
          <a:xfrm>
            <a:off x="604520" y="5229500"/>
            <a:ext cx="2743200" cy="422721"/>
          </a:xfrm>
        </p:spPr>
        <p:txBody>
          <a:bodyPr anchor="ctr">
            <a:noAutofit/>
          </a:bodyPr>
          <a:lstStyle>
            <a:lvl1pPr marL="0" indent="0" algn="ctr">
              <a:buFont typeface="Arial" panose="020B0604020202020204" pitchFamily="34" charset="0"/>
              <a:buNone/>
              <a:defRPr lang="en-ZA" sz="1600" kern="1200" dirty="0">
                <a:solidFill>
                  <a:schemeClr val="accent1"/>
                </a:solidFill>
                <a:latin typeface="+mj-lt"/>
                <a:ea typeface="+mn-ea"/>
                <a:cs typeface="+mn-cs"/>
              </a:defRPr>
            </a:lvl1pPr>
          </a:lstStyle>
          <a:p>
            <a:pPr lvl="0"/>
            <a:r>
              <a:rPr lang="en-US"/>
              <a:t>Name</a:t>
            </a:r>
            <a:endParaRPr lang="en-ZA"/>
          </a:p>
        </p:txBody>
      </p:sp>
      <p:sp>
        <p:nvSpPr>
          <p:cNvPr id="19" name="Text Placeholder 10">
            <a:extLst>
              <a:ext uri="{FF2B5EF4-FFF2-40B4-BE49-F238E27FC236}">
                <a16:creationId xmlns:a16="http://schemas.microsoft.com/office/drawing/2014/main" id="{61C257EA-B130-4866-8A65-1EF11737168F}"/>
              </a:ext>
            </a:extLst>
          </p:cNvPr>
          <p:cNvSpPr>
            <a:spLocks noGrp="1"/>
          </p:cNvSpPr>
          <p:nvPr>
            <p:ph type="body" sz="quarter" idx="34" hasCustomPrompt="1"/>
          </p:nvPr>
        </p:nvSpPr>
        <p:spPr>
          <a:xfrm>
            <a:off x="604520" y="5693075"/>
            <a:ext cx="2743200" cy="365125"/>
          </a:xfrm>
        </p:spPr>
        <p:txBody>
          <a:bodyPr>
            <a:normAutofit/>
          </a:bodyPr>
          <a:lstStyle>
            <a:lvl1pPr marL="0" indent="0" algn="ctr">
              <a:buNone/>
              <a:defRPr lang="en-ZA" sz="1200" kern="1200" dirty="0">
                <a:solidFill>
                  <a:schemeClr val="accent1"/>
                </a:solidFill>
                <a:latin typeface="+mn-lt"/>
                <a:ea typeface="+mn-ea"/>
                <a:cs typeface="+mn-cs"/>
              </a:defRPr>
            </a:lvl1pPr>
          </a:lstStyle>
          <a:p>
            <a:pPr lvl="0"/>
            <a:r>
              <a:rPr lang="en-US"/>
              <a:t>Title</a:t>
            </a:r>
            <a:endParaRPr lang="en-ZA"/>
          </a:p>
        </p:txBody>
      </p:sp>
      <p:sp>
        <p:nvSpPr>
          <p:cNvPr id="20" name="Text Placeholder 8">
            <a:extLst>
              <a:ext uri="{FF2B5EF4-FFF2-40B4-BE49-F238E27FC236}">
                <a16:creationId xmlns:a16="http://schemas.microsoft.com/office/drawing/2014/main" id="{9C2B29A0-592A-4DF1-809E-B5265DACA3A6}"/>
              </a:ext>
            </a:extLst>
          </p:cNvPr>
          <p:cNvSpPr>
            <a:spLocks noGrp="1"/>
          </p:cNvSpPr>
          <p:nvPr>
            <p:ph type="body" sz="quarter" idx="35" hasCustomPrompt="1"/>
          </p:nvPr>
        </p:nvSpPr>
        <p:spPr>
          <a:xfrm>
            <a:off x="8834120" y="5224905"/>
            <a:ext cx="2753360" cy="422721"/>
          </a:xfrm>
        </p:spPr>
        <p:txBody>
          <a:bodyPr anchor="ctr">
            <a:noAutofit/>
          </a:bodyPr>
          <a:lstStyle>
            <a:lvl1pPr marL="0" indent="0" algn="ctr">
              <a:buFont typeface="Arial" panose="020B0604020202020204" pitchFamily="34" charset="0"/>
              <a:buNone/>
              <a:defRPr sz="1600">
                <a:solidFill>
                  <a:schemeClr val="accent1"/>
                </a:solidFill>
                <a:latin typeface="+mj-lt"/>
              </a:defRPr>
            </a:lvl1pPr>
          </a:lstStyle>
          <a:p>
            <a:pPr lvl="0"/>
            <a:r>
              <a:rPr lang="en-US"/>
              <a:t>Name</a:t>
            </a:r>
            <a:endParaRPr lang="en-ZA"/>
          </a:p>
        </p:txBody>
      </p:sp>
      <p:sp>
        <p:nvSpPr>
          <p:cNvPr id="21" name="Text Placeholder 10">
            <a:extLst>
              <a:ext uri="{FF2B5EF4-FFF2-40B4-BE49-F238E27FC236}">
                <a16:creationId xmlns:a16="http://schemas.microsoft.com/office/drawing/2014/main" id="{203C6378-59CC-47B4-9E9F-BAC6C2C389E2}"/>
              </a:ext>
            </a:extLst>
          </p:cNvPr>
          <p:cNvSpPr>
            <a:spLocks noGrp="1"/>
          </p:cNvSpPr>
          <p:nvPr>
            <p:ph type="body" sz="quarter" idx="36" hasCustomPrompt="1"/>
          </p:nvPr>
        </p:nvSpPr>
        <p:spPr>
          <a:xfrm>
            <a:off x="8834120" y="5688480"/>
            <a:ext cx="2753360" cy="365125"/>
          </a:xfrm>
        </p:spPr>
        <p:txBody>
          <a:bodyPr>
            <a:normAutofit/>
          </a:bodyPr>
          <a:lstStyle>
            <a:lvl1pPr marL="0" indent="0" algn="ctr">
              <a:buNone/>
              <a:defRPr sz="1200">
                <a:solidFill>
                  <a:schemeClr val="accent1"/>
                </a:solidFill>
              </a:defRPr>
            </a:lvl1pPr>
          </a:lstStyle>
          <a:p>
            <a:pPr lvl="0"/>
            <a:r>
              <a:rPr lang="en-US"/>
              <a:t>Title</a:t>
            </a:r>
            <a:endParaRPr lang="en-ZA"/>
          </a:p>
        </p:txBody>
      </p:sp>
      <p:sp>
        <p:nvSpPr>
          <p:cNvPr id="22" name="Text Placeholder 8">
            <a:extLst>
              <a:ext uri="{FF2B5EF4-FFF2-40B4-BE49-F238E27FC236}">
                <a16:creationId xmlns:a16="http://schemas.microsoft.com/office/drawing/2014/main" id="{448AA424-5B3D-40C4-BBDC-2C338C03859C}"/>
              </a:ext>
            </a:extLst>
          </p:cNvPr>
          <p:cNvSpPr>
            <a:spLocks noGrp="1"/>
          </p:cNvSpPr>
          <p:nvPr>
            <p:ph type="body" sz="quarter" idx="37" hasCustomPrompt="1"/>
          </p:nvPr>
        </p:nvSpPr>
        <p:spPr>
          <a:xfrm>
            <a:off x="3347720" y="5229500"/>
            <a:ext cx="2743200" cy="422721"/>
          </a:xfrm>
        </p:spPr>
        <p:txBody>
          <a:bodyPr anchor="ctr">
            <a:noAutofit/>
          </a:bodyPr>
          <a:lstStyle>
            <a:lvl1pPr marL="0" indent="0" algn="ctr">
              <a:buFont typeface="Arial" panose="020B0604020202020204" pitchFamily="34" charset="0"/>
              <a:buNone/>
              <a:defRPr sz="1600">
                <a:solidFill>
                  <a:schemeClr val="accent1"/>
                </a:solidFill>
                <a:latin typeface="+mj-lt"/>
              </a:defRPr>
            </a:lvl1pPr>
          </a:lstStyle>
          <a:p>
            <a:pPr lvl="0"/>
            <a:r>
              <a:rPr lang="en-US"/>
              <a:t>Name</a:t>
            </a:r>
            <a:endParaRPr lang="en-ZA"/>
          </a:p>
        </p:txBody>
      </p:sp>
      <p:sp>
        <p:nvSpPr>
          <p:cNvPr id="23" name="Text Placeholder 10">
            <a:extLst>
              <a:ext uri="{FF2B5EF4-FFF2-40B4-BE49-F238E27FC236}">
                <a16:creationId xmlns:a16="http://schemas.microsoft.com/office/drawing/2014/main" id="{B9AE277D-FC5E-4B64-A3FA-A9BD4919D97E}"/>
              </a:ext>
            </a:extLst>
          </p:cNvPr>
          <p:cNvSpPr>
            <a:spLocks noGrp="1"/>
          </p:cNvSpPr>
          <p:nvPr>
            <p:ph type="body" sz="quarter" idx="38" hasCustomPrompt="1"/>
          </p:nvPr>
        </p:nvSpPr>
        <p:spPr>
          <a:xfrm>
            <a:off x="3347720" y="5693075"/>
            <a:ext cx="2743200" cy="365125"/>
          </a:xfrm>
        </p:spPr>
        <p:txBody>
          <a:bodyPr>
            <a:normAutofit/>
          </a:bodyPr>
          <a:lstStyle>
            <a:lvl1pPr marL="0" indent="0" algn="ctr">
              <a:buNone/>
              <a:defRPr sz="1200">
                <a:solidFill>
                  <a:schemeClr val="accent1"/>
                </a:solidFill>
              </a:defRPr>
            </a:lvl1pPr>
          </a:lstStyle>
          <a:p>
            <a:pPr lvl="0"/>
            <a:r>
              <a:rPr lang="en-US"/>
              <a:t>Title</a:t>
            </a:r>
            <a:endParaRPr lang="en-ZA"/>
          </a:p>
        </p:txBody>
      </p:sp>
      <p:sp>
        <p:nvSpPr>
          <p:cNvPr id="24" name="Text Placeholder 8">
            <a:extLst>
              <a:ext uri="{FF2B5EF4-FFF2-40B4-BE49-F238E27FC236}">
                <a16:creationId xmlns:a16="http://schemas.microsoft.com/office/drawing/2014/main" id="{4FC21568-200C-4310-B462-B36358C4D233}"/>
              </a:ext>
            </a:extLst>
          </p:cNvPr>
          <p:cNvSpPr>
            <a:spLocks noGrp="1"/>
          </p:cNvSpPr>
          <p:nvPr>
            <p:ph type="body" sz="quarter" idx="39" hasCustomPrompt="1"/>
          </p:nvPr>
        </p:nvSpPr>
        <p:spPr>
          <a:xfrm>
            <a:off x="6101082" y="5229500"/>
            <a:ext cx="2733038" cy="422721"/>
          </a:xfrm>
        </p:spPr>
        <p:txBody>
          <a:bodyPr anchor="ctr">
            <a:noAutofit/>
          </a:bodyPr>
          <a:lstStyle>
            <a:lvl1pPr marL="0" indent="0" algn="ctr">
              <a:buFont typeface="Arial" panose="020B0604020202020204" pitchFamily="34" charset="0"/>
              <a:buNone/>
              <a:defRPr sz="1600">
                <a:solidFill>
                  <a:schemeClr val="accent1"/>
                </a:solidFill>
                <a:latin typeface="+mj-lt"/>
              </a:defRPr>
            </a:lvl1pPr>
          </a:lstStyle>
          <a:p>
            <a:pPr lvl="0"/>
            <a:r>
              <a:rPr lang="en-US"/>
              <a:t>Name</a:t>
            </a:r>
            <a:endParaRPr lang="en-ZA"/>
          </a:p>
        </p:txBody>
      </p:sp>
      <p:sp>
        <p:nvSpPr>
          <p:cNvPr id="25" name="Text Placeholder 10">
            <a:extLst>
              <a:ext uri="{FF2B5EF4-FFF2-40B4-BE49-F238E27FC236}">
                <a16:creationId xmlns:a16="http://schemas.microsoft.com/office/drawing/2014/main" id="{B24FCA02-7F7F-4B5F-833A-CE244C22096F}"/>
              </a:ext>
            </a:extLst>
          </p:cNvPr>
          <p:cNvSpPr>
            <a:spLocks noGrp="1"/>
          </p:cNvSpPr>
          <p:nvPr>
            <p:ph type="body" sz="quarter" idx="40" hasCustomPrompt="1"/>
          </p:nvPr>
        </p:nvSpPr>
        <p:spPr>
          <a:xfrm>
            <a:off x="6101082" y="5693075"/>
            <a:ext cx="2733038" cy="365125"/>
          </a:xfrm>
        </p:spPr>
        <p:txBody>
          <a:bodyPr>
            <a:normAutofit/>
          </a:bodyPr>
          <a:lstStyle>
            <a:lvl1pPr marL="0" indent="0" algn="ctr">
              <a:buNone/>
              <a:defRPr sz="1200">
                <a:solidFill>
                  <a:schemeClr val="accent1"/>
                </a:solidFill>
              </a:defRPr>
            </a:lvl1pPr>
          </a:lstStyle>
          <a:p>
            <a:pPr lvl="0"/>
            <a:r>
              <a:rPr lang="en-US"/>
              <a:t>Title</a:t>
            </a:r>
            <a:endParaRPr lang="en-ZA"/>
          </a:p>
        </p:txBody>
      </p:sp>
    </p:spTree>
    <p:extLst>
      <p:ext uri="{BB962C8B-B14F-4D97-AF65-F5344CB8AC3E}">
        <p14:creationId xmlns:p14="http://schemas.microsoft.com/office/powerpoint/2010/main" val="30826585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am - 8 up">
    <p:bg>
      <p:bgPr>
        <a:solidFill>
          <a:schemeClr val="accent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2722E05-40B7-4586-82D6-7C5F7330DF5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13740" y="1737360"/>
            <a:ext cx="10764520" cy="1741253"/>
          </a:xfrm>
          <a:prstGeom prst="rect">
            <a:avLst/>
          </a:prstGeom>
        </p:spPr>
      </p:pic>
      <p:sp>
        <p:nvSpPr>
          <p:cNvPr id="11" name="Picture Placeholder 10">
            <a:extLst>
              <a:ext uri="{FF2B5EF4-FFF2-40B4-BE49-F238E27FC236}">
                <a16:creationId xmlns:a16="http://schemas.microsoft.com/office/drawing/2014/main" id="{0439DA59-3D52-4E19-81F6-B5ABF87E1D86}"/>
              </a:ext>
            </a:extLst>
          </p:cNvPr>
          <p:cNvSpPr>
            <a:spLocks noGrp="1"/>
          </p:cNvSpPr>
          <p:nvPr>
            <p:ph type="pic" sz="quarter" idx="13"/>
          </p:nvPr>
        </p:nvSpPr>
        <p:spPr>
          <a:xfrm>
            <a:off x="924561" y="1967906"/>
            <a:ext cx="1280160" cy="1280160"/>
          </a:xfrm>
        </p:spPr>
        <p:txBody>
          <a:bodyPr>
            <a:normAutofit/>
          </a:bodyPr>
          <a:lstStyle>
            <a:lvl1pPr marL="0" indent="0">
              <a:buNone/>
              <a:defRPr sz="1800"/>
            </a:lvl1pPr>
          </a:lstStyle>
          <a:p>
            <a:r>
              <a:rPr lang="en-US"/>
              <a:t>Click icon to add picture</a:t>
            </a:r>
            <a:endParaRPr lang="en-US" dirty="0"/>
          </a:p>
        </p:txBody>
      </p:sp>
      <p:sp>
        <p:nvSpPr>
          <p:cNvPr id="14" name="Picture Placeholder 10">
            <a:extLst>
              <a:ext uri="{FF2B5EF4-FFF2-40B4-BE49-F238E27FC236}">
                <a16:creationId xmlns:a16="http://schemas.microsoft.com/office/drawing/2014/main" id="{5C9FFDAF-229D-4FED-B81C-20FB820A0E2F}"/>
              </a:ext>
            </a:extLst>
          </p:cNvPr>
          <p:cNvSpPr>
            <a:spLocks noGrp="1"/>
          </p:cNvSpPr>
          <p:nvPr>
            <p:ph type="pic" sz="quarter" idx="14"/>
          </p:nvPr>
        </p:nvSpPr>
        <p:spPr>
          <a:xfrm>
            <a:off x="2218029" y="1967906"/>
            <a:ext cx="1280160" cy="1280160"/>
          </a:xfrm>
        </p:spPr>
        <p:txBody>
          <a:bodyPr>
            <a:normAutofit/>
          </a:bodyPr>
          <a:lstStyle>
            <a:lvl1pPr marL="0" indent="0">
              <a:buNone/>
              <a:defRPr sz="1800"/>
            </a:lvl1pPr>
          </a:lstStyle>
          <a:p>
            <a:r>
              <a:rPr lang="en-US"/>
              <a:t>Click icon to add picture</a:t>
            </a:r>
            <a:endParaRPr lang="en-US" dirty="0"/>
          </a:p>
        </p:txBody>
      </p:sp>
      <p:sp>
        <p:nvSpPr>
          <p:cNvPr id="15" name="Picture Placeholder 10">
            <a:extLst>
              <a:ext uri="{FF2B5EF4-FFF2-40B4-BE49-F238E27FC236}">
                <a16:creationId xmlns:a16="http://schemas.microsoft.com/office/drawing/2014/main" id="{DEC1D1B6-BF8B-41EF-B2E1-ED1471B19F25}"/>
              </a:ext>
            </a:extLst>
          </p:cNvPr>
          <p:cNvSpPr>
            <a:spLocks noGrp="1"/>
          </p:cNvSpPr>
          <p:nvPr>
            <p:ph type="pic" sz="quarter" idx="15"/>
          </p:nvPr>
        </p:nvSpPr>
        <p:spPr>
          <a:xfrm>
            <a:off x="3511497" y="1967906"/>
            <a:ext cx="1280160" cy="1280160"/>
          </a:xfrm>
        </p:spPr>
        <p:txBody>
          <a:bodyPr>
            <a:normAutofit/>
          </a:bodyPr>
          <a:lstStyle>
            <a:lvl1pPr marL="0" indent="0">
              <a:buNone/>
              <a:defRPr sz="1800"/>
            </a:lvl1pPr>
          </a:lstStyle>
          <a:p>
            <a:r>
              <a:rPr lang="en-US"/>
              <a:t>Click icon to add picture</a:t>
            </a:r>
            <a:endParaRPr lang="en-US" dirty="0"/>
          </a:p>
        </p:txBody>
      </p:sp>
      <p:sp>
        <p:nvSpPr>
          <p:cNvPr id="16" name="Picture Placeholder 10">
            <a:extLst>
              <a:ext uri="{FF2B5EF4-FFF2-40B4-BE49-F238E27FC236}">
                <a16:creationId xmlns:a16="http://schemas.microsoft.com/office/drawing/2014/main" id="{686FC79D-5E8C-4928-AEB6-5F8C282E3C75}"/>
              </a:ext>
            </a:extLst>
          </p:cNvPr>
          <p:cNvSpPr>
            <a:spLocks noGrp="1"/>
          </p:cNvSpPr>
          <p:nvPr>
            <p:ph type="pic" sz="quarter" idx="16"/>
          </p:nvPr>
        </p:nvSpPr>
        <p:spPr>
          <a:xfrm>
            <a:off x="4804965" y="1967906"/>
            <a:ext cx="1280160" cy="1280160"/>
          </a:xfrm>
        </p:spPr>
        <p:txBody>
          <a:bodyPr>
            <a:normAutofit/>
          </a:bodyPr>
          <a:lstStyle>
            <a:lvl1pPr marL="0" indent="0">
              <a:buNone/>
              <a:defRPr sz="1800"/>
            </a:lvl1pPr>
          </a:lstStyle>
          <a:p>
            <a:r>
              <a:rPr lang="en-US"/>
              <a:t>Click icon to add picture</a:t>
            </a:r>
            <a:endParaRPr lang="en-US" dirty="0"/>
          </a:p>
        </p:txBody>
      </p:sp>
      <p:sp>
        <p:nvSpPr>
          <p:cNvPr id="18" name="Text Placeholder 8">
            <a:extLst>
              <a:ext uri="{FF2B5EF4-FFF2-40B4-BE49-F238E27FC236}">
                <a16:creationId xmlns:a16="http://schemas.microsoft.com/office/drawing/2014/main" id="{1BB6C15B-8373-47B7-B8A7-194BD68DDFD3}"/>
              </a:ext>
            </a:extLst>
          </p:cNvPr>
          <p:cNvSpPr>
            <a:spLocks noGrp="1"/>
          </p:cNvSpPr>
          <p:nvPr>
            <p:ph type="body" sz="quarter" idx="33" hasCustomPrompt="1"/>
          </p:nvPr>
        </p:nvSpPr>
        <p:spPr>
          <a:xfrm>
            <a:off x="659551" y="3921355"/>
            <a:ext cx="1839807" cy="422721"/>
          </a:xfrm>
        </p:spPr>
        <p:txBody>
          <a:bodyPr anchor="ctr">
            <a:noAutofit/>
          </a:bodyPr>
          <a:lstStyle>
            <a:lvl1pPr marL="0" indent="0" algn="ctr">
              <a:buFont typeface="Arial" panose="020B0604020202020204" pitchFamily="34" charset="0"/>
              <a:buNone/>
              <a:defRPr sz="2400" baseline="-25000">
                <a:solidFill>
                  <a:schemeClr val="accent3"/>
                </a:solidFill>
                <a:latin typeface="+mj-lt"/>
              </a:defRPr>
            </a:lvl1pPr>
          </a:lstStyle>
          <a:p>
            <a:pPr lvl="0"/>
            <a:r>
              <a:rPr lang="en-US"/>
              <a:t>Name</a:t>
            </a:r>
            <a:endParaRPr lang="en-ZA"/>
          </a:p>
        </p:txBody>
      </p:sp>
      <p:sp>
        <p:nvSpPr>
          <p:cNvPr id="19" name="Text Placeholder 10">
            <a:extLst>
              <a:ext uri="{FF2B5EF4-FFF2-40B4-BE49-F238E27FC236}">
                <a16:creationId xmlns:a16="http://schemas.microsoft.com/office/drawing/2014/main" id="{61C257EA-B130-4866-8A65-1EF11737168F}"/>
              </a:ext>
            </a:extLst>
          </p:cNvPr>
          <p:cNvSpPr>
            <a:spLocks noGrp="1"/>
          </p:cNvSpPr>
          <p:nvPr>
            <p:ph type="body" sz="quarter" idx="34" hasCustomPrompt="1"/>
          </p:nvPr>
        </p:nvSpPr>
        <p:spPr>
          <a:xfrm>
            <a:off x="659551" y="4354090"/>
            <a:ext cx="1839807" cy="365125"/>
          </a:xfrm>
        </p:spPr>
        <p:txBody>
          <a:bodyPr>
            <a:normAutofit/>
          </a:bodyPr>
          <a:lstStyle>
            <a:lvl1pPr marL="0" indent="0" algn="ctr">
              <a:buNone/>
              <a:defRPr lang="en-ZA" sz="1050" kern="1200" dirty="0">
                <a:solidFill>
                  <a:schemeClr val="accent3"/>
                </a:solidFill>
                <a:latin typeface="+mn-lt"/>
                <a:ea typeface="+mn-ea"/>
                <a:cs typeface="+mn-cs"/>
              </a:defRPr>
            </a:lvl1pPr>
          </a:lstStyle>
          <a:p>
            <a:pPr lvl="0"/>
            <a:r>
              <a:rPr lang="en-US"/>
              <a:t>Title</a:t>
            </a:r>
            <a:endParaRPr lang="en-ZA"/>
          </a:p>
        </p:txBody>
      </p:sp>
      <p:sp>
        <p:nvSpPr>
          <p:cNvPr id="26" name="Picture Placeholder 10">
            <a:extLst>
              <a:ext uri="{FF2B5EF4-FFF2-40B4-BE49-F238E27FC236}">
                <a16:creationId xmlns:a16="http://schemas.microsoft.com/office/drawing/2014/main" id="{6BF177F2-C312-4467-A8E7-2F7C06DF7D6E}"/>
              </a:ext>
            </a:extLst>
          </p:cNvPr>
          <p:cNvSpPr>
            <a:spLocks noGrp="1"/>
          </p:cNvSpPr>
          <p:nvPr>
            <p:ph type="pic" sz="quarter" idx="41"/>
          </p:nvPr>
        </p:nvSpPr>
        <p:spPr>
          <a:xfrm>
            <a:off x="6098433" y="1967906"/>
            <a:ext cx="1280160" cy="1280160"/>
          </a:xfrm>
        </p:spPr>
        <p:txBody>
          <a:bodyPr>
            <a:normAutofit/>
          </a:bodyPr>
          <a:lstStyle>
            <a:lvl1pPr marL="0" indent="0">
              <a:buNone/>
              <a:defRPr sz="1800"/>
            </a:lvl1pPr>
          </a:lstStyle>
          <a:p>
            <a:r>
              <a:rPr lang="en-US"/>
              <a:t>Click icon to add picture</a:t>
            </a:r>
            <a:endParaRPr lang="en-US" dirty="0"/>
          </a:p>
        </p:txBody>
      </p:sp>
      <p:sp>
        <p:nvSpPr>
          <p:cNvPr id="27" name="Picture Placeholder 10">
            <a:extLst>
              <a:ext uri="{FF2B5EF4-FFF2-40B4-BE49-F238E27FC236}">
                <a16:creationId xmlns:a16="http://schemas.microsoft.com/office/drawing/2014/main" id="{5D26BA3A-860A-4168-9872-0A0D22BEA7AB}"/>
              </a:ext>
            </a:extLst>
          </p:cNvPr>
          <p:cNvSpPr>
            <a:spLocks noGrp="1"/>
          </p:cNvSpPr>
          <p:nvPr>
            <p:ph type="pic" sz="quarter" idx="42"/>
          </p:nvPr>
        </p:nvSpPr>
        <p:spPr>
          <a:xfrm>
            <a:off x="7391901" y="1967906"/>
            <a:ext cx="1280160" cy="1280160"/>
          </a:xfrm>
        </p:spPr>
        <p:txBody>
          <a:bodyPr>
            <a:normAutofit/>
          </a:bodyPr>
          <a:lstStyle>
            <a:lvl1pPr marL="0" indent="0">
              <a:buNone/>
              <a:defRPr sz="1800"/>
            </a:lvl1pPr>
          </a:lstStyle>
          <a:p>
            <a:r>
              <a:rPr lang="en-US"/>
              <a:t>Click icon to add picture</a:t>
            </a:r>
            <a:endParaRPr lang="en-US" dirty="0"/>
          </a:p>
        </p:txBody>
      </p:sp>
      <p:sp>
        <p:nvSpPr>
          <p:cNvPr id="28" name="Picture Placeholder 10">
            <a:extLst>
              <a:ext uri="{FF2B5EF4-FFF2-40B4-BE49-F238E27FC236}">
                <a16:creationId xmlns:a16="http://schemas.microsoft.com/office/drawing/2014/main" id="{A95FA78C-CC95-43FC-8BB5-17A796D7B9E0}"/>
              </a:ext>
            </a:extLst>
          </p:cNvPr>
          <p:cNvSpPr>
            <a:spLocks noGrp="1"/>
          </p:cNvSpPr>
          <p:nvPr>
            <p:ph type="pic" sz="quarter" idx="43"/>
          </p:nvPr>
        </p:nvSpPr>
        <p:spPr>
          <a:xfrm>
            <a:off x="8685369" y="1967906"/>
            <a:ext cx="1280160" cy="1280160"/>
          </a:xfrm>
        </p:spPr>
        <p:txBody>
          <a:bodyPr>
            <a:normAutofit/>
          </a:bodyPr>
          <a:lstStyle>
            <a:lvl1pPr marL="0" indent="0">
              <a:buNone/>
              <a:defRPr sz="1800"/>
            </a:lvl1pPr>
          </a:lstStyle>
          <a:p>
            <a:r>
              <a:rPr lang="en-US"/>
              <a:t>Click icon to add picture</a:t>
            </a:r>
            <a:endParaRPr lang="en-US" dirty="0"/>
          </a:p>
        </p:txBody>
      </p:sp>
      <p:sp>
        <p:nvSpPr>
          <p:cNvPr id="29" name="Picture Placeholder 10">
            <a:extLst>
              <a:ext uri="{FF2B5EF4-FFF2-40B4-BE49-F238E27FC236}">
                <a16:creationId xmlns:a16="http://schemas.microsoft.com/office/drawing/2014/main" id="{7EA70B51-4FF2-42F8-BAFF-83B593ADB78D}"/>
              </a:ext>
            </a:extLst>
          </p:cNvPr>
          <p:cNvSpPr>
            <a:spLocks noGrp="1"/>
          </p:cNvSpPr>
          <p:nvPr>
            <p:ph type="pic" sz="quarter" idx="44"/>
          </p:nvPr>
        </p:nvSpPr>
        <p:spPr>
          <a:xfrm>
            <a:off x="9978838" y="1967906"/>
            <a:ext cx="1280160" cy="1280160"/>
          </a:xfrm>
        </p:spPr>
        <p:txBody>
          <a:bodyPr>
            <a:normAutofit/>
          </a:bodyPr>
          <a:lstStyle>
            <a:lvl1pPr marL="0" indent="0">
              <a:buNone/>
              <a:defRPr sz="1800"/>
            </a:lvl1pPr>
          </a:lstStyle>
          <a:p>
            <a:r>
              <a:rPr lang="en-US"/>
              <a:t>Click icon to add picture</a:t>
            </a:r>
            <a:endParaRPr lang="en-US" dirty="0"/>
          </a:p>
        </p:txBody>
      </p:sp>
      <p:sp>
        <p:nvSpPr>
          <p:cNvPr id="30" name="Title 1">
            <a:extLst>
              <a:ext uri="{FF2B5EF4-FFF2-40B4-BE49-F238E27FC236}">
                <a16:creationId xmlns:a16="http://schemas.microsoft.com/office/drawing/2014/main" id="{708EF00C-774E-4D73-AFEF-EEC6196DC7D3}"/>
              </a:ext>
            </a:extLst>
          </p:cNvPr>
          <p:cNvSpPr>
            <a:spLocks noGrp="1"/>
          </p:cNvSpPr>
          <p:nvPr>
            <p:ph type="title"/>
          </p:nvPr>
        </p:nvSpPr>
        <p:spPr>
          <a:xfrm>
            <a:off x="713740" y="365125"/>
            <a:ext cx="10764520" cy="1325563"/>
          </a:xfrm>
        </p:spPr>
        <p:txBody>
          <a:bodyPr/>
          <a:lstStyle>
            <a:lvl1pPr algn="ctr">
              <a:defRPr>
                <a:solidFill>
                  <a:schemeClr val="accent3"/>
                </a:solidFill>
              </a:defRPr>
            </a:lvl1pPr>
          </a:lstStyle>
          <a:p>
            <a:r>
              <a:rPr lang="en-US"/>
              <a:t>Click to edit Master title style</a:t>
            </a:r>
            <a:endParaRPr lang="en-ZA"/>
          </a:p>
        </p:txBody>
      </p:sp>
      <p:sp>
        <p:nvSpPr>
          <p:cNvPr id="31" name="Text Placeholder 8">
            <a:extLst>
              <a:ext uri="{FF2B5EF4-FFF2-40B4-BE49-F238E27FC236}">
                <a16:creationId xmlns:a16="http://schemas.microsoft.com/office/drawing/2014/main" id="{7633A346-456C-4917-800A-85F73F876E77}"/>
              </a:ext>
            </a:extLst>
          </p:cNvPr>
          <p:cNvSpPr>
            <a:spLocks noGrp="1"/>
          </p:cNvSpPr>
          <p:nvPr>
            <p:ph type="body" sz="quarter" idx="45" hasCustomPrompt="1"/>
          </p:nvPr>
        </p:nvSpPr>
        <p:spPr>
          <a:xfrm>
            <a:off x="3240191" y="3921355"/>
            <a:ext cx="1839807" cy="422721"/>
          </a:xfrm>
        </p:spPr>
        <p:txBody>
          <a:bodyPr anchor="ctr">
            <a:noAutofit/>
          </a:bodyPr>
          <a:lstStyle>
            <a:lvl1pPr marL="0" indent="0" algn="ctr">
              <a:buFont typeface="Arial" panose="020B0604020202020204" pitchFamily="34" charset="0"/>
              <a:buNone/>
              <a:defRPr sz="2400" baseline="-25000">
                <a:solidFill>
                  <a:schemeClr val="accent3"/>
                </a:solidFill>
                <a:latin typeface="+mj-lt"/>
              </a:defRPr>
            </a:lvl1pPr>
          </a:lstStyle>
          <a:p>
            <a:pPr lvl="0"/>
            <a:r>
              <a:rPr lang="en-US"/>
              <a:t>Name</a:t>
            </a:r>
            <a:endParaRPr lang="en-ZA"/>
          </a:p>
        </p:txBody>
      </p:sp>
      <p:sp>
        <p:nvSpPr>
          <p:cNvPr id="32" name="Text Placeholder 10">
            <a:extLst>
              <a:ext uri="{FF2B5EF4-FFF2-40B4-BE49-F238E27FC236}">
                <a16:creationId xmlns:a16="http://schemas.microsoft.com/office/drawing/2014/main" id="{E0C31CC6-C8A8-4831-94CD-366DC97C2B15}"/>
              </a:ext>
            </a:extLst>
          </p:cNvPr>
          <p:cNvSpPr>
            <a:spLocks noGrp="1"/>
          </p:cNvSpPr>
          <p:nvPr>
            <p:ph type="body" sz="quarter" idx="46" hasCustomPrompt="1"/>
          </p:nvPr>
        </p:nvSpPr>
        <p:spPr>
          <a:xfrm>
            <a:off x="3240191" y="4354090"/>
            <a:ext cx="1839807" cy="365125"/>
          </a:xfrm>
        </p:spPr>
        <p:txBody>
          <a:bodyPr>
            <a:normAutofit/>
          </a:bodyPr>
          <a:lstStyle>
            <a:lvl1pPr marL="0" indent="0" algn="ctr">
              <a:buNone/>
              <a:defRPr lang="en-ZA" sz="1050" kern="1200" dirty="0">
                <a:solidFill>
                  <a:schemeClr val="accent3"/>
                </a:solidFill>
                <a:latin typeface="+mn-lt"/>
                <a:ea typeface="+mn-ea"/>
                <a:cs typeface="+mn-cs"/>
              </a:defRPr>
            </a:lvl1pPr>
          </a:lstStyle>
          <a:p>
            <a:pPr lvl="0"/>
            <a:r>
              <a:rPr lang="en-US"/>
              <a:t>Title</a:t>
            </a:r>
            <a:endParaRPr lang="en-ZA"/>
          </a:p>
        </p:txBody>
      </p:sp>
      <p:sp>
        <p:nvSpPr>
          <p:cNvPr id="33" name="Text Placeholder 8">
            <a:extLst>
              <a:ext uri="{FF2B5EF4-FFF2-40B4-BE49-F238E27FC236}">
                <a16:creationId xmlns:a16="http://schemas.microsoft.com/office/drawing/2014/main" id="{CB652A06-2CE0-42F0-8186-DBBD4219FC86}"/>
              </a:ext>
            </a:extLst>
          </p:cNvPr>
          <p:cNvSpPr>
            <a:spLocks noGrp="1"/>
          </p:cNvSpPr>
          <p:nvPr>
            <p:ph type="body" sz="quarter" idx="47" hasCustomPrompt="1"/>
          </p:nvPr>
        </p:nvSpPr>
        <p:spPr>
          <a:xfrm>
            <a:off x="5820831" y="3921355"/>
            <a:ext cx="1839807" cy="422721"/>
          </a:xfrm>
        </p:spPr>
        <p:txBody>
          <a:bodyPr anchor="ctr">
            <a:noAutofit/>
          </a:bodyPr>
          <a:lstStyle>
            <a:lvl1pPr marL="0" indent="0" algn="ctr">
              <a:buFont typeface="Arial" panose="020B0604020202020204" pitchFamily="34" charset="0"/>
              <a:buNone/>
              <a:defRPr sz="2400" baseline="-25000">
                <a:solidFill>
                  <a:schemeClr val="accent3"/>
                </a:solidFill>
                <a:latin typeface="+mj-lt"/>
              </a:defRPr>
            </a:lvl1pPr>
          </a:lstStyle>
          <a:p>
            <a:pPr lvl="0"/>
            <a:r>
              <a:rPr lang="en-US"/>
              <a:t>Name</a:t>
            </a:r>
            <a:endParaRPr lang="en-ZA"/>
          </a:p>
        </p:txBody>
      </p:sp>
      <p:sp>
        <p:nvSpPr>
          <p:cNvPr id="34" name="Text Placeholder 10">
            <a:extLst>
              <a:ext uri="{FF2B5EF4-FFF2-40B4-BE49-F238E27FC236}">
                <a16:creationId xmlns:a16="http://schemas.microsoft.com/office/drawing/2014/main" id="{CE6091FC-D3C2-46A7-9A51-90A64C97CF87}"/>
              </a:ext>
            </a:extLst>
          </p:cNvPr>
          <p:cNvSpPr>
            <a:spLocks noGrp="1"/>
          </p:cNvSpPr>
          <p:nvPr>
            <p:ph type="body" sz="quarter" idx="48" hasCustomPrompt="1"/>
          </p:nvPr>
        </p:nvSpPr>
        <p:spPr>
          <a:xfrm>
            <a:off x="5820831" y="4354090"/>
            <a:ext cx="1839807" cy="365125"/>
          </a:xfrm>
        </p:spPr>
        <p:txBody>
          <a:bodyPr>
            <a:normAutofit/>
          </a:bodyPr>
          <a:lstStyle>
            <a:lvl1pPr marL="0" indent="0" algn="ctr">
              <a:buNone/>
              <a:defRPr lang="en-ZA" sz="1050" kern="1200" dirty="0">
                <a:solidFill>
                  <a:schemeClr val="accent3"/>
                </a:solidFill>
                <a:latin typeface="+mn-lt"/>
                <a:ea typeface="+mn-ea"/>
                <a:cs typeface="+mn-cs"/>
              </a:defRPr>
            </a:lvl1pPr>
          </a:lstStyle>
          <a:p>
            <a:pPr lvl="0"/>
            <a:r>
              <a:rPr lang="en-US"/>
              <a:t>Title</a:t>
            </a:r>
            <a:endParaRPr lang="en-ZA"/>
          </a:p>
        </p:txBody>
      </p:sp>
      <p:sp>
        <p:nvSpPr>
          <p:cNvPr id="35" name="Text Placeholder 8">
            <a:extLst>
              <a:ext uri="{FF2B5EF4-FFF2-40B4-BE49-F238E27FC236}">
                <a16:creationId xmlns:a16="http://schemas.microsoft.com/office/drawing/2014/main" id="{B663F697-5494-47B5-8888-F76EE36A561E}"/>
              </a:ext>
            </a:extLst>
          </p:cNvPr>
          <p:cNvSpPr>
            <a:spLocks noGrp="1"/>
          </p:cNvSpPr>
          <p:nvPr>
            <p:ph type="body" sz="quarter" idx="49" hasCustomPrompt="1"/>
          </p:nvPr>
        </p:nvSpPr>
        <p:spPr>
          <a:xfrm>
            <a:off x="8401471" y="3921355"/>
            <a:ext cx="1839807" cy="422721"/>
          </a:xfrm>
        </p:spPr>
        <p:txBody>
          <a:bodyPr anchor="ctr">
            <a:noAutofit/>
          </a:bodyPr>
          <a:lstStyle>
            <a:lvl1pPr marL="0" indent="0" algn="ctr">
              <a:buFont typeface="Arial" panose="020B0604020202020204" pitchFamily="34" charset="0"/>
              <a:buNone/>
              <a:defRPr sz="2400" baseline="-25000">
                <a:solidFill>
                  <a:schemeClr val="accent3"/>
                </a:solidFill>
                <a:latin typeface="+mj-lt"/>
              </a:defRPr>
            </a:lvl1pPr>
          </a:lstStyle>
          <a:p>
            <a:pPr lvl="0"/>
            <a:r>
              <a:rPr lang="en-US"/>
              <a:t>Name</a:t>
            </a:r>
            <a:endParaRPr lang="en-ZA"/>
          </a:p>
        </p:txBody>
      </p:sp>
      <p:sp>
        <p:nvSpPr>
          <p:cNvPr id="36" name="Text Placeholder 10">
            <a:extLst>
              <a:ext uri="{FF2B5EF4-FFF2-40B4-BE49-F238E27FC236}">
                <a16:creationId xmlns:a16="http://schemas.microsoft.com/office/drawing/2014/main" id="{95B42005-A70C-498A-A357-1492B1393F4D}"/>
              </a:ext>
            </a:extLst>
          </p:cNvPr>
          <p:cNvSpPr>
            <a:spLocks noGrp="1"/>
          </p:cNvSpPr>
          <p:nvPr>
            <p:ph type="body" sz="quarter" idx="50" hasCustomPrompt="1"/>
          </p:nvPr>
        </p:nvSpPr>
        <p:spPr>
          <a:xfrm>
            <a:off x="8401471" y="4354090"/>
            <a:ext cx="1839807" cy="365125"/>
          </a:xfrm>
        </p:spPr>
        <p:txBody>
          <a:bodyPr>
            <a:normAutofit/>
          </a:bodyPr>
          <a:lstStyle>
            <a:lvl1pPr marL="0" indent="0" algn="ctr">
              <a:buNone/>
              <a:defRPr lang="en-ZA" sz="1050" kern="1200" dirty="0">
                <a:solidFill>
                  <a:schemeClr val="accent3"/>
                </a:solidFill>
                <a:latin typeface="+mn-lt"/>
                <a:ea typeface="+mn-ea"/>
                <a:cs typeface="+mn-cs"/>
              </a:defRPr>
            </a:lvl1pPr>
          </a:lstStyle>
          <a:p>
            <a:pPr lvl="0"/>
            <a:r>
              <a:rPr lang="en-US"/>
              <a:t>Title</a:t>
            </a:r>
            <a:endParaRPr lang="en-ZA"/>
          </a:p>
        </p:txBody>
      </p:sp>
      <p:sp>
        <p:nvSpPr>
          <p:cNvPr id="37" name="Text Placeholder 8">
            <a:extLst>
              <a:ext uri="{FF2B5EF4-FFF2-40B4-BE49-F238E27FC236}">
                <a16:creationId xmlns:a16="http://schemas.microsoft.com/office/drawing/2014/main" id="{FA3E4CA4-4074-4C29-853C-A8857A156AC8}"/>
              </a:ext>
            </a:extLst>
          </p:cNvPr>
          <p:cNvSpPr>
            <a:spLocks noGrp="1"/>
          </p:cNvSpPr>
          <p:nvPr>
            <p:ph type="body" sz="quarter" idx="51" hasCustomPrompt="1"/>
          </p:nvPr>
        </p:nvSpPr>
        <p:spPr>
          <a:xfrm>
            <a:off x="1949871" y="5183351"/>
            <a:ext cx="1839807" cy="422721"/>
          </a:xfrm>
        </p:spPr>
        <p:txBody>
          <a:bodyPr anchor="ctr">
            <a:noAutofit/>
          </a:bodyPr>
          <a:lstStyle>
            <a:lvl1pPr marL="0" indent="0" algn="ctr">
              <a:buFont typeface="Arial" panose="020B0604020202020204" pitchFamily="34" charset="0"/>
              <a:buNone/>
              <a:defRPr sz="2400" baseline="-25000">
                <a:solidFill>
                  <a:schemeClr val="accent3"/>
                </a:solidFill>
                <a:latin typeface="+mj-lt"/>
              </a:defRPr>
            </a:lvl1pPr>
          </a:lstStyle>
          <a:p>
            <a:pPr lvl="0"/>
            <a:r>
              <a:rPr lang="en-US"/>
              <a:t>Name</a:t>
            </a:r>
            <a:endParaRPr lang="en-ZA"/>
          </a:p>
        </p:txBody>
      </p:sp>
      <p:sp>
        <p:nvSpPr>
          <p:cNvPr id="38" name="Text Placeholder 10">
            <a:extLst>
              <a:ext uri="{FF2B5EF4-FFF2-40B4-BE49-F238E27FC236}">
                <a16:creationId xmlns:a16="http://schemas.microsoft.com/office/drawing/2014/main" id="{1308FE93-15B6-4FC2-A5CF-53AA6064DAB0}"/>
              </a:ext>
            </a:extLst>
          </p:cNvPr>
          <p:cNvSpPr>
            <a:spLocks noGrp="1"/>
          </p:cNvSpPr>
          <p:nvPr>
            <p:ph type="body" sz="quarter" idx="52" hasCustomPrompt="1"/>
          </p:nvPr>
        </p:nvSpPr>
        <p:spPr>
          <a:xfrm>
            <a:off x="1949871" y="5616086"/>
            <a:ext cx="1839807" cy="365125"/>
          </a:xfrm>
        </p:spPr>
        <p:txBody>
          <a:bodyPr>
            <a:normAutofit/>
          </a:bodyPr>
          <a:lstStyle>
            <a:lvl1pPr marL="0" indent="0" algn="ctr">
              <a:buNone/>
              <a:defRPr lang="en-ZA" sz="1050" kern="1200" dirty="0">
                <a:solidFill>
                  <a:schemeClr val="accent3"/>
                </a:solidFill>
                <a:latin typeface="+mn-lt"/>
                <a:ea typeface="+mn-ea"/>
                <a:cs typeface="+mn-cs"/>
              </a:defRPr>
            </a:lvl1pPr>
          </a:lstStyle>
          <a:p>
            <a:pPr lvl="0"/>
            <a:r>
              <a:rPr lang="en-US"/>
              <a:t>Title</a:t>
            </a:r>
            <a:endParaRPr lang="en-ZA"/>
          </a:p>
        </p:txBody>
      </p:sp>
      <p:sp>
        <p:nvSpPr>
          <p:cNvPr id="39" name="Text Placeholder 8">
            <a:extLst>
              <a:ext uri="{FF2B5EF4-FFF2-40B4-BE49-F238E27FC236}">
                <a16:creationId xmlns:a16="http://schemas.microsoft.com/office/drawing/2014/main" id="{B08AE9FA-2EBC-416A-B525-59A5F1258E56}"/>
              </a:ext>
            </a:extLst>
          </p:cNvPr>
          <p:cNvSpPr>
            <a:spLocks noGrp="1"/>
          </p:cNvSpPr>
          <p:nvPr>
            <p:ph type="body" sz="quarter" idx="53" hasCustomPrompt="1"/>
          </p:nvPr>
        </p:nvSpPr>
        <p:spPr>
          <a:xfrm>
            <a:off x="4530511" y="5183351"/>
            <a:ext cx="1839807" cy="422721"/>
          </a:xfrm>
        </p:spPr>
        <p:txBody>
          <a:bodyPr anchor="ctr">
            <a:noAutofit/>
          </a:bodyPr>
          <a:lstStyle>
            <a:lvl1pPr marL="0" indent="0" algn="ctr">
              <a:buFont typeface="Arial" panose="020B0604020202020204" pitchFamily="34" charset="0"/>
              <a:buNone/>
              <a:defRPr sz="2400" baseline="-25000">
                <a:solidFill>
                  <a:schemeClr val="accent3"/>
                </a:solidFill>
                <a:latin typeface="+mj-lt"/>
              </a:defRPr>
            </a:lvl1pPr>
          </a:lstStyle>
          <a:p>
            <a:pPr lvl="0"/>
            <a:r>
              <a:rPr lang="en-US"/>
              <a:t>Name</a:t>
            </a:r>
            <a:endParaRPr lang="en-ZA"/>
          </a:p>
        </p:txBody>
      </p:sp>
      <p:sp>
        <p:nvSpPr>
          <p:cNvPr id="40" name="Text Placeholder 10">
            <a:extLst>
              <a:ext uri="{FF2B5EF4-FFF2-40B4-BE49-F238E27FC236}">
                <a16:creationId xmlns:a16="http://schemas.microsoft.com/office/drawing/2014/main" id="{EE168CBD-2F60-4551-9129-2ED8A59499B4}"/>
              </a:ext>
            </a:extLst>
          </p:cNvPr>
          <p:cNvSpPr>
            <a:spLocks noGrp="1"/>
          </p:cNvSpPr>
          <p:nvPr>
            <p:ph type="body" sz="quarter" idx="54" hasCustomPrompt="1"/>
          </p:nvPr>
        </p:nvSpPr>
        <p:spPr>
          <a:xfrm>
            <a:off x="4530511" y="5616086"/>
            <a:ext cx="1839807" cy="365125"/>
          </a:xfrm>
        </p:spPr>
        <p:txBody>
          <a:bodyPr>
            <a:normAutofit/>
          </a:bodyPr>
          <a:lstStyle>
            <a:lvl1pPr marL="0" indent="0" algn="ctr">
              <a:buNone/>
              <a:defRPr lang="en-ZA" sz="1050" kern="1200" dirty="0">
                <a:solidFill>
                  <a:schemeClr val="accent3"/>
                </a:solidFill>
                <a:latin typeface="+mn-lt"/>
                <a:ea typeface="+mn-ea"/>
                <a:cs typeface="+mn-cs"/>
              </a:defRPr>
            </a:lvl1pPr>
          </a:lstStyle>
          <a:p>
            <a:pPr lvl="0"/>
            <a:r>
              <a:rPr lang="en-US"/>
              <a:t>Title</a:t>
            </a:r>
            <a:endParaRPr lang="en-ZA"/>
          </a:p>
        </p:txBody>
      </p:sp>
      <p:sp>
        <p:nvSpPr>
          <p:cNvPr id="41" name="Text Placeholder 8">
            <a:extLst>
              <a:ext uri="{FF2B5EF4-FFF2-40B4-BE49-F238E27FC236}">
                <a16:creationId xmlns:a16="http://schemas.microsoft.com/office/drawing/2014/main" id="{E05EDFD4-CA70-451D-A8F0-BF688EDBFC7B}"/>
              </a:ext>
            </a:extLst>
          </p:cNvPr>
          <p:cNvSpPr>
            <a:spLocks noGrp="1"/>
          </p:cNvSpPr>
          <p:nvPr>
            <p:ph type="body" sz="quarter" idx="55" hasCustomPrompt="1"/>
          </p:nvPr>
        </p:nvSpPr>
        <p:spPr>
          <a:xfrm>
            <a:off x="7111151" y="5183351"/>
            <a:ext cx="1839807" cy="422721"/>
          </a:xfrm>
        </p:spPr>
        <p:txBody>
          <a:bodyPr anchor="ctr">
            <a:noAutofit/>
          </a:bodyPr>
          <a:lstStyle>
            <a:lvl1pPr marL="0" indent="0" algn="ctr">
              <a:buFont typeface="Arial" panose="020B0604020202020204" pitchFamily="34" charset="0"/>
              <a:buNone/>
              <a:defRPr sz="2400" baseline="-25000">
                <a:solidFill>
                  <a:schemeClr val="accent3"/>
                </a:solidFill>
                <a:latin typeface="+mj-lt"/>
              </a:defRPr>
            </a:lvl1pPr>
          </a:lstStyle>
          <a:p>
            <a:pPr lvl="0"/>
            <a:r>
              <a:rPr lang="en-US"/>
              <a:t>Name</a:t>
            </a:r>
            <a:endParaRPr lang="en-ZA"/>
          </a:p>
        </p:txBody>
      </p:sp>
      <p:sp>
        <p:nvSpPr>
          <p:cNvPr id="42" name="Text Placeholder 10">
            <a:extLst>
              <a:ext uri="{FF2B5EF4-FFF2-40B4-BE49-F238E27FC236}">
                <a16:creationId xmlns:a16="http://schemas.microsoft.com/office/drawing/2014/main" id="{8E47CD55-3098-4BD6-A269-794D40911ED0}"/>
              </a:ext>
            </a:extLst>
          </p:cNvPr>
          <p:cNvSpPr>
            <a:spLocks noGrp="1"/>
          </p:cNvSpPr>
          <p:nvPr>
            <p:ph type="body" sz="quarter" idx="56" hasCustomPrompt="1"/>
          </p:nvPr>
        </p:nvSpPr>
        <p:spPr>
          <a:xfrm>
            <a:off x="7111151" y="5616086"/>
            <a:ext cx="1839807" cy="365125"/>
          </a:xfrm>
        </p:spPr>
        <p:txBody>
          <a:bodyPr>
            <a:normAutofit/>
          </a:bodyPr>
          <a:lstStyle>
            <a:lvl1pPr marL="0" indent="0" algn="ctr">
              <a:buNone/>
              <a:defRPr lang="en-ZA" sz="1050" kern="1200" dirty="0">
                <a:solidFill>
                  <a:schemeClr val="accent3"/>
                </a:solidFill>
                <a:latin typeface="+mn-lt"/>
                <a:ea typeface="+mn-ea"/>
                <a:cs typeface="+mn-cs"/>
              </a:defRPr>
            </a:lvl1pPr>
          </a:lstStyle>
          <a:p>
            <a:pPr lvl="0"/>
            <a:r>
              <a:rPr lang="en-US"/>
              <a:t>Title</a:t>
            </a:r>
            <a:endParaRPr lang="en-ZA"/>
          </a:p>
        </p:txBody>
      </p:sp>
      <p:sp>
        <p:nvSpPr>
          <p:cNvPr id="43" name="Text Placeholder 8">
            <a:extLst>
              <a:ext uri="{FF2B5EF4-FFF2-40B4-BE49-F238E27FC236}">
                <a16:creationId xmlns:a16="http://schemas.microsoft.com/office/drawing/2014/main" id="{EA65938B-08CE-4FA4-A95B-5A66E901ACD0}"/>
              </a:ext>
            </a:extLst>
          </p:cNvPr>
          <p:cNvSpPr>
            <a:spLocks noGrp="1"/>
          </p:cNvSpPr>
          <p:nvPr>
            <p:ph type="body" sz="quarter" idx="57" hasCustomPrompt="1"/>
          </p:nvPr>
        </p:nvSpPr>
        <p:spPr>
          <a:xfrm>
            <a:off x="9691791" y="5183351"/>
            <a:ext cx="1839807" cy="422721"/>
          </a:xfrm>
        </p:spPr>
        <p:txBody>
          <a:bodyPr anchor="ctr">
            <a:noAutofit/>
          </a:bodyPr>
          <a:lstStyle>
            <a:lvl1pPr marL="0" indent="0" algn="ctr">
              <a:buFont typeface="Arial" panose="020B0604020202020204" pitchFamily="34" charset="0"/>
              <a:buNone/>
              <a:defRPr sz="2400" baseline="-25000">
                <a:solidFill>
                  <a:schemeClr val="accent3"/>
                </a:solidFill>
                <a:latin typeface="+mj-lt"/>
              </a:defRPr>
            </a:lvl1pPr>
          </a:lstStyle>
          <a:p>
            <a:pPr lvl="0"/>
            <a:r>
              <a:rPr lang="en-US"/>
              <a:t>Name</a:t>
            </a:r>
            <a:endParaRPr lang="en-ZA"/>
          </a:p>
        </p:txBody>
      </p:sp>
      <p:sp>
        <p:nvSpPr>
          <p:cNvPr id="44" name="Text Placeholder 10">
            <a:extLst>
              <a:ext uri="{FF2B5EF4-FFF2-40B4-BE49-F238E27FC236}">
                <a16:creationId xmlns:a16="http://schemas.microsoft.com/office/drawing/2014/main" id="{A72442A0-E7C5-4604-A4AA-9A86DD298412}"/>
              </a:ext>
            </a:extLst>
          </p:cNvPr>
          <p:cNvSpPr>
            <a:spLocks noGrp="1"/>
          </p:cNvSpPr>
          <p:nvPr>
            <p:ph type="body" sz="quarter" idx="58" hasCustomPrompt="1"/>
          </p:nvPr>
        </p:nvSpPr>
        <p:spPr>
          <a:xfrm>
            <a:off x="9691791" y="5616086"/>
            <a:ext cx="1839807" cy="365125"/>
          </a:xfrm>
        </p:spPr>
        <p:txBody>
          <a:bodyPr>
            <a:normAutofit/>
          </a:bodyPr>
          <a:lstStyle>
            <a:lvl1pPr marL="0" indent="0" algn="ctr">
              <a:buNone/>
              <a:defRPr lang="en-ZA" sz="1050" kern="1200" dirty="0">
                <a:solidFill>
                  <a:schemeClr val="accent3"/>
                </a:solidFill>
                <a:latin typeface="+mn-lt"/>
                <a:ea typeface="+mn-ea"/>
                <a:cs typeface="+mn-cs"/>
              </a:defRPr>
            </a:lvl1pPr>
          </a:lstStyle>
          <a:p>
            <a:pPr lvl="0"/>
            <a:r>
              <a:rPr lang="en-US"/>
              <a:t>Title</a:t>
            </a:r>
            <a:endParaRPr lang="en-ZA"/>
          </a:p>
        </p:txBody>
      </p:sp>
      <p:cxnSp>
        <p:nvCxnSpPr>
          <p:cNvPr id="46" name="Straight Connector 45">
            <a:extLst>
              <a:ext uri="{FF2B5EF4-FFF2-40B4-BE49-F238E27FC236}">
                <a16:creationId xmlns:a16="http://schemas.microsoft.com/office/drawing/2014/main" id="{66946F89-1A32-4CE8-9F85-45EDF090AB96}"/>
              </a:ext>
            </a:extLst>
          </p:cNvPr>
          <p:cNvCxnSpPr>
            <a:cxnSpLocks/>
            <a:stCxn id="11" idx="2"/>
          </p:cNvCxnSpPr>
          <p:nvPr userDrawn="1"/>
        </p:nvCxnSpPr>
        <p:spPr>
          <a:xfrm flipH="1">
            <a:off x="1558635" y="3248066"/>
            <a:ext cx="6006" cy="673289"/>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63EE9F58-7707-4E5A-8C6B-C3D66810327C}"/>
              </a:ext>
            </a:extLst>
          </p:cNvPr>
          <p:cNvCxnSpPr>
            <a:cxnSpLocks/>
          </p:cNvCxnSpPr>
          <p:nvPr userDrawn="1"/>
        </p:nvCxnSpPr>
        <p:spPr>
          <a:xfrm flipH="1">
            <a:off x="4145279" y="3250315"/>
            <a:ext cx="6006" cy="673289"/>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D1897E7-33EE-452E-B67F-D676DB9630EB}"/>
              </a:ext>
            </a:extLst>
          </p:cNvPr>
          <p:cNvCxnSpPr>
            <a:cxnSpLocks/>
          </p:cNvCxnSpPr>
          <p:nvPr userDrawn="1"/>
        </p:nvCxnSpPr>
        <p:spPr>
          <a:xfrm flipH="1">
            <a:off x="6732507" y="3243467"/>
            <a:ext cx="6006" cy="673289"/>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3DF35791-C763-4163-9B05-68EE7814EDBD}"/>
              </a:ext>
            </a:extLst>
          </p:cNvPr>
          <p:cNvCxnSpPr>
            <a:cxnSpLocks/>
          </p:cNvCxnSpPr>
          <p:nvPr userDrawn="1"/>
        </p:nvCxnSpPr>
        <p:spPr>
          <a:xfrm flipH="1">
            <a:off x="9316732" y="3243467"/>
            <a:ext cx="6006" cy="673289"/>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96F2A3C7-B018-4022-B2BB-D8D2B03190AB}"/>
              </a:ext>
            </a:extLst>
          </p:cNvPr>
          <p:cNvCxnSpPr>
            <a:cxnSpLocks/>
          </p:cNvCxnSpPr>
          <p:nvPr userDrawn="1"/>
        </p:nvCxnSpPr>
        <p:spPr>
          <a:xfrm>
            <a:off x="2854035" y="3254943"/>
            <a:ext cx="0" cy="1926159"/>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F52EF5B-4C4F-451E-B0B4-8226109ADE91}"/>
              </a:ext>
            </a:extLst>
          </p:cNvPr>
          <p:cNvCxnSpPr>
            <a:cxnSpLocks/>
          </p:cNvCxnSpPr>
          <p:nvPr userDrawn="1"/>
        </p:nvCxnSpPr>
        <p:spPr>
          <a:xfrm>
            <a:off x="5440679" y="3233453"/>
            <a:ext cx="0" cy="1949898"/>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07D6748B-4A98-4935-BC51-E43412110392}"/>
              </a:ext>
            </a:extLst>
          </p:cNvPr>
          <p:cNvCxnSpPr>
            <a:cxnSpLocks/>
          </p:cNvCxnSpPr>
          <p:nvPr userDrawn="1"/>
        </p:nvCxnSpPr>
        <p:spPr>
          <a:xfrm>
            <a:off x="8027907" y="3257242"/>
            <a:ext cx="0" cy="1919261"/>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EBA0E4AC-BE6A-45AA-B639-A8288815E8F9}"/>
              </a:ext>
            </a:extLst>
          </p:cNvPr>
          <p:cNvCxnSpPr>
            <a:cxnSpLocks/>
          </p:cNvCxnSpPr>
          <p:nvPr userDrawn="1"/>
        </p:nvCxnSpPr>
        <p:spPr>
          <a:xfrm>
            <a:off x="10612132" y="3254943"/>
            <a:ext cx="0" cy="1929384"/>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8" name="Footer Placeholder 5">
            <a:extLst>
              <a:ext uri="{FF2B5EF4-FFF2-40B4-BE49-F238E27FC236}">
                <a16:creationId xmlns:a16="http://schemas.microsoft.com/office/drawing/2014/main" id="{12CD4C44-15F4-4517-B3CC-D07D4B93DD6D}"/>
              </a:ext>
            </a:extLst>
          </p:cNvPr>
          <p:cNvSpPr>
            <a:spLocks noGrp="1"/>
          </p:cNvSpPr>
          <p:nvPr>
            <p:ph type="ftr" sz="quarter" idx="10"/>
          </p:nvPr>
        </p:nvSpPr>
        <p:spPr>
          <a:xfrm>
            <a:off x="4038600" y="6356350"/>
            <a:ext cx="4114800" cy="365125"/>
          </a:xfrm>
        </p:spPr>
        <p:txBody>
          <a:bodyPr/>
          <a:lstStyle>
            <a:lvl1pPr>
              <a:defRPr>
                <a:solidFill>
                  <a:schemeClr val="accent3">
                    <a:lumMod val="60000"/>
                    <a:lumOff val="40000"/>
                  </a:schemeClr>
                </a:solidFill>
              </a:defRPr>
            </a:lvl1pPr>
          </a:lstStyle>
          <a:p>
            <a:r>
              <a:rPr lang="en-ZA" dirty="0"/>
              <a:t>Pitch deck</a:t>
            </a:r>
          </a:p>
        </p:txBody>
      </p:sp>
      <p:sp>
        <p:nvSpPr>
          <p:cNvPr id="79" name="Slide Number Placeholder 6">
            <a:extLst>
              <a:ext uri="{FF2B5EF4-FFF2-40B4-BE49-F238E27FC236}">
                <a16:creationId xmlns:a16="http://schemas.microsoft.com/office/drawing/2014/main" id="{9F988C33-C2E3-49AE-9BC1-9123EADC3EA7}"/>
              </a:ext>
            </a:extLst>
          </p:cNvPr>
          <p:cNvSpPr>
            <a:spLocks noGrp="1"/>
          </p:cNvSpPr>
          <p:nvPr>
            <p:ph type="sldNum" sz="quarter" idx="11"/>
          </p:nvPr>
        </p:nvSpPr>
        <p:spPr>
          <a:xfrm>
            <a:off x="8610600" y="6356350"/>
            <a:ext cx="2743200" cy="365125"/>
          </a:xfrm>
        </p:spPr>
        <p:txBody>
          <a:bodyPr/>
          <a:lstStyle>
            <a:lvl1pPr>
              <a:defRPr>
                <a:solidFill>
                  <a:schemeClr val="accent3">
                    <a:lumMod val="60000"/>
                    <a:lumOff val="40000"/>
                  </a:schemeClr>
                </a:solidFill>
              </a:defRPr>
            </a:lvl1pPr>
          </a:lstStyle>
          <a:p>
            <a:fld id="{19B51A1E-902D-48AF-9020-955120F399B6}" type="slidenum">
              <a:rPr lang="en-ZA" smtClean="0"/>
              <a:pPr/>
              <a:t>‹#›</a:t>
            </a:fld>
            <a:endParaRPr lang="en-ZA" dirty="0"/>
          </a:p>
        </p:txBody>
      </p:sp>
      <p:sp>
        <p:nvSpPr>
          <p:cNvPr id="80" name="Date Placeholder 3">
            <a:extLst>
              <a:ext uri="{FF2B5EF4-FFF2-40B4-BE49-F238E27FC236}">
                <a16:creationId xmlns:a16="http://schemas.microsoft.com/office/drawing/2014/main" id="{757004CA-7955-4C10-8542-83D291BFF6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accent3">
                    <a:lumMod val="60000"/>
                    <a:lumOff val="40000"/>
                  </a:schemeClr>
                </a:solidFill>
              </a:defRPr>
            </a:lvl1pPr>
          </a:lstStyle>
          <a:p>
            <a:r>
              <a:rPr lang="en-US"/>
              <a:t>6/22/20XX</a:t>
            </a:r>
            <a:endParaRPr lang="en-US" dirty="0"/>
          </a:p>
        </p:txBody>
      </p:sp>
    </p:spTree>
    <p:extLst>
      <p:ext uri="{BB962C8B-B14F-4D97-AF65-F5344CB8AC3E}">
        <p14:creationId xmlns:p14="http://schemas.microsoft.com/office/powerpoint/2010/main" val="1704598769"/>
      </p:ext>
    </p:extLst>
  </p:cSld>
  <p:clrMapOvr>
    <a:masterClrMapping/>
  </p:clrMapOvr>
  <p:extLst>
    <p:ext uri="{DCECCB84-F9BA-43D5-87BE-67443E8EF086}">
      <p15:sldGuideLst xmlns:p15="http://schemas.microsoft.com/office/powerpoint/2012/main">
        <p15:guide id="1" pos="576">
          <p15:clr>
            <a:srgbClr val="FBAE40"/>
          </p15:clr>
        </p15:guide>
        <p15:guide id="2" pos="1392">
          <p15:clr>
            <a:srgbClr val="FBAE40"/>
          </p15:clr>
        </p15:guide>
        <p15:guide id="3" pos="2208">
          <p15:clr>
            <a:srgbClr val="FBAE40"/>
          </p15:clr>
        </p15:guide>
        <p15:guide id="4" pos="302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unding">
    <p:bg>
      <p:bgPr>
        <a:solidFill>
          <a:schemeClr val="accent1"/>
        </a:solidFill>
        <a:effectLst/>
      </p:bgPr>
    </p:bg>
    <p:spTree>
      <p:nvGrpSpPr>
        <p:cNvPr id="1" name=""/>
        <p:cNvGrpSpPr/>
        <p:nvPr/>
      </p:nvGrpSpPr>
      <p:grpSpPr>
        <a:xfrm>
          <a:off x="0" y="0"/>
          <a:ext cx="0" cy="0"/>
          <a:chOff x="0" y="0"/>
          <a:chExt cx="0" cy="0"/>
        </a:xfrm>
      </p:grpSpPr>
      <p:pic>
        <p:nvPicPr>
          <p:cNvPr id="20" name="Picture 19" descr="A group of people riding horses&#10;&#10;Description automatically generated with medium confidence">
            <a:extLst>
              <a:ext uri="{FF2B5EF4-FFF2-40B4-BE49-F238E27FC236}">
                <a16:creationId xmlns:a16="http://schemas.microsoft.com/office/drawing/2014/main" id="{0E805C5A-1029-4D1B-94B3-422EC2CA34F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2" name="Rectangle 21">
            <a:extLst>
              <a:ext uri="{FF2B5EF4-FFF2-40B4-BE49-F238E27FC236}">
                <a16:creationId xmlns:a16="http://schemas.microsoft.com/office/drawing/2014/main" id="{ADF9E512-1300-47FB-86AC-F8C946EE6985}"/>
              </a:ext>
            </a:extLst>
          </p:cNvPr>
          <p:cNvSpPr/>
          <p:nvPr userDrawn="1"/>
        </p:nvSpPr>
        <p:spPr>
          <a:xfrm>
            <a:off x="304800" y="365125"/>
            <a:ext cx="11582400" cy="6127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Content Placeholder 7">
            <a:extLst>
              <a:ext uri="{FF2B5EF4-FFF2-40B4-BE49-F238E27FC236}">
                <a16:creationId xmlns:a16="http://schemas.microsoft.com/office/drawing/2014/main" id="{A399EA4A-18B9-4C3F-A6B1-0D80C2598D3A}"/>
              </a:ext>
            </a:extLst>
          </p:cNvPr>
          <p:cNvSpPr>
            <a:spLocks noGrp="1"/>
          </p:cNvSpPr>
          <p:nvPr>
            <p:ph sz="quarter" idx="13"/>
          </p:nvPr>
        </p:nvSpPr>
        <p:spPr>
          <a:xfrm>
            <a:off x="1282700" y="913448"/>
            <a:ext cx="5041900" cy="5134927"/>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98907808-FD8D-4C4A-A5E4-068D94BFD64D}"/>
              </a:ext>
            </a:extLst>
          </p:cNvPr>
          <p:cNvSpPr>
            <a:spLocks noGrp="1"/>
          </p:cNvSpPr>
          <p:nvPr>
            <p:ph type="title"/>
          </p:nvPr>
        </p:nvSpPr>
        <p:spPr>
          <a:xfrm>
            <a:off x="1282700" y="2766219"/>
            <a:ext cx="5041900" cy="1325563"/>
          </a:xfrm>
        </p:spPr>
        <p:txBody>
          <a:bodyPr>
            <a:normAutofit/>
          </a:bodyPr>
          <a:lstStyle>
            <a:lvl1pPr algn="ctr">
              <a:defRPr sz="3600" spc="0" baseline="0">
                <a:solidFill>
                  <a:schemeClr val="accent3"/>
                </a:solidFill>
              </a:defRPr>
            </a:lvl1pPr>
          </a:lstStyle>
          <a:p>
            <a:r>
              <a:rPr lang="en-US"/>
              <a:t>Click to edit Master title style</a:t>
            </a:r>
          </a:p>
        </p:txBody>
      </p:sp>
      <p:sp>
        <p:nvSpPr>
          <p:cNvPr id="7" name="Text Placeholder 6">
            <a:extLst>
              <a:ext uri="{FF2B5EF4-FFF2-40B4-BE49-F238E27FC236}">
                <a16:creationId xmlns:a16="http://schemas.microsoft.com/office/drawing/2014/main" id="{8FC98BF5-ED87-4BF7-BB07-29187F8C8BEC}"/>
              </a:ext>
            </a:extLst>
          </p:cNvPr>
          <p:cNvSpPr>
            <a:spLocks noGrp="1"/>
          </p:cNvSpPr>
          <p:nvPr>
            <p:ph type="body" sz="quarter" idx="14"/>
          </p:nvPr>
        </p:nvSpPr>
        <p:spPr>
          <a:xfrm>
            <a:off x="7467600" y="913448"/>
            <a:ext cx="3886200" cy="419100"/>
          </a:xfrm>
        </p:spPr>
        <p:txBody>
          <a:bodyPr>
            <a:noAutofit/>
          </a:bodyPr>
          <a:lstStyle>
            <a:lvl1pPr marL="0" indent="0">
              <a:buNone/>
              <a:defRPr sz="2400" b="0" spc="0" baseline="0">
                <a:solidFill>
                  <a:schemeClr val="accent1">
                    <a:lumMod val="50000"/>
                  </a:schemeClr>
                </a:solidFill>
                <a:latin typeface="+mj-lt"/>
              </a:defRPr>
            </a:lvl1pPr>
          </a:lstStyle>
          <a:p>
            <a:pPr lvl="0"/>
            <a:r>
              <a:rPr lang="en-US"/>
              <a:t>Click to edit Master text styles</a:t>
            </a:r>
          </a:p>
        </p:txBody>
      </p:sp>
      <p:sp>
        <p:nvSpPr>
          <p:cNvPr id="8" name="Text Placeholder 6">
            <a:extLst>
              <a:ext uri="{FF2B5EF4-FFF2-40B4-BE49-F238E27FC236}">
                <a16:creationId xmlns:a16="http://schemas.microsoft.com/office/drawing/2014/main" id="{90E0AB9E-D60D-4299-B73A-B96F7B7F81C6}"/>
              </a:ext>
            </a:extLst>
          </p:cNvPr>
          <p:cNvSpPr>
            <a:spLocks noGrp="1"/>
          </p:cNvSpPr>
          <p:nvPr>
            <p:ph type="body" sz="quarter" idx="15"/>
          </p:nvPr>
        </p:nvSpPr>
        <p:spPr>
          <a:xfrm>
            <a:off x="7467600" y="1275398"/>
            <a:ext cx="3886200" cy="307975"/>
          </a:xfrm>
        </p:spPr>
        <p:txBody>
          <a:bodyPr>
            <a:noAutofit/>
          </a:bodyPr>
          <a:lstStyle>
            <a:lvl1pPr marL="0" indent="0">
              <a:buNone/>
              <a:defRPr sz="1800" b="0" spc="0" baseline="0">
                <a:solidFill>
                  <a:schemeClr val="accent1">
                    <a:lumMod val="50000"/>
                  </a:schemeClr>
                </a:solidFill>
                <a:latin typeface="+mj-lt"/>
              </a:defRPr>
            </a:lvl1pPr>
          </a:lstStyle>
          <a:p>
            <a:pPr lvl="0"/>
            <a:r>
              <a:rPr lang="en-US"/>
              <a:t>Click to edit Master text styles</a:t>
            </a:r>
          </a:p>
        </p:txBody>
      </p:sp>
      <p:sp>
        <p:nvSpPr>
          <p:cNvPr id="9" name="Text Placeholder 6">
            <a:extLst>
              <a:ext uri="{FF2B5EF4-FFF2-40B4-BE49-F238E27FC236}">
                <a16:creationId xmlns:a16="http://schemas.microsoft.com/office/drawing/2014/main" id="{ED9663C9-EA8F-404F-A640-85028F6F30A1}"/>
              </a:ext>
            </a:extLst>
          </p:cNvPr>
          <p:cNvSpPr>
            <a:spLocks noGrp="1"/>
          </p:cNvSpPr>
          <p:nvPr>
            <p:ph type="body" sz="quarter" idx="16"/>
          </p:nvPr>
        </p:nvSpPr>
        <p:spPr>
          <a:xfrm>
            <a:off x="7467600" y="1672273"/>
            <a:ext cx="3886200" cy="274320"/>
          </a:xfrm>
        </p:spPr>
        <p:txBody>
          <a:bodyPr>
            <a:noAutofit/>
          </a:bodyPr>
          <a:lstStyle>
            <a:lvl1pPr marL="0" indent="0">
              <a:lnSpc>
                <a:spcPct val="100000"/>
              </a:lnSpc>
              <a:buNone/>
              <a:defRPr sz="1200" b="0" spc="0">
                <a:solidFill>
                  <a:schemeClr val="accent3"/>
                </a:solidFill>
              </a:defRPr>
            </a:lvl1pPr>
          </a:lstStyle>
          <a:p>
            <a:pPr lvl="0"/>
            <a:r>
              <a:rPr lang="en-US"/>
              <a:t>Click to edit Master text styles</a:t>
            </a:r>
          </a:p>
        </p:txBody>
      </p:sp>
      <p:sp>
        <p:nvSpPr>
          <p:cNvPr id="10" name="Text Placeholder 6">
            <a:extLst>
              <a:ext uri="{FF2B5EF4-FFF2-40B4-BE49-F238E27FC236}">
                <a16:creationId xmlns:a16="http://schemas.microsoft.com/office/drawing/2014/main" id="{BD9C0574-6721-4F80-A5F8-8C4C5D2B9725}"/>
              </a:ext>
            </a:extLst>
          </p:cNvPr>
          <p:cNvSpPr>
            <a:spLocks noGrp="1"/>
          </p:cNvSpPr>
          <p:nvPr>
            <p:ph type="body" sz="quarter" idx="17"/>
          </p:nvPr>
        </p:nvSpPr>
        <p:spPr>
          <a:xfrm>
            <a:off x="7467600" y="2231390"/>
            <a:ext cx="3886200" cy="419100"/>
          </a:xfrm>
        </p:spPr>
        <p:txBody>
          <a:bodyPr>
            <a:noAutofit/>
          </a:bodyPr>
          <a:lstStyle>
            <a:lvl1pPr marL="0" indent="0">
              <a:buNone/>
              <a:defRPr sz="2400" b="0" spc="0" baseline="0">
                <a:solidFill>
                  <a:schemeClr val="accent6">
                    <a:lumMod val="75000"/>
                  </a:schemeClr>
                </a:solidFill>
                <a:latin typeface="+mj-lt"/>
              </a:defRPr>
            </a:lvl1pPr>
          </a:lstStyle>
          <a:p>
            <a:pPr lvl="0"/>
            <a:r>
              <a:rPr lang="en-US"/>
              <a:t>Click to edit Master text styles</a:t>
            </a:r>
          </a:p>
        </p:txBody>
      </p:sp>
      <p:sp>
        <p:nvSpPr>
          <p:cNvPr id="11" name="Text Placeholder 6">
            <a:extLst>
              <a:ext uri="{FF2B5EF4-FFF2-40B4-BE49-F238E27FC236}">
                <a16:creationId xmlns:a16="http://schemas.microsoft.com/office/drawing/2014/main" id="{386F510A-D29A-4582-ADA6-290E1D6A0B6D}"/>
              </a:ext>
            </a:extLst>
          </p:cNvPr>
          <p:cNvSpPr>
            <a:spLocks noGrp="1"/>
          </p:cNvSpPr>
          <p:nvPr>
            <p:ph type="body" sz="quarter" idx="18"/>
          </p:nvPr>
        </p:nvSpPr>
        <p:spPr>
          <a:xfrm>
            <a:off x="7467600" y="2593340"/>
            <a:ext cx="3886200" cy="307975"/>
          </a:xfrm>
        </p:spPr>
        <p:txBody>
          <a:bodyPr>
            <a:noAutofit/>
          </a:bodyPr>
          <a:lstStyle>
            <a:lvl1pPr marL="0" indent="0">
              <a:buNone/>
              <a:defRPr sz="1800" b="0" spc="0" baseline="0">
                <a:solidFill>
                  <a:schemeClr val="accent6">
                    <a:lumMod val="75000"/>
                  </a:schemeClr>
                </a:solidFill>
                <a:latin typeface="+mj-lt"/>
              </a:defRPr>
            </a:lvl1pPr>
          </a:lstStyle>
          <a:p>
            <a:pPr lvl="0"/>
            <a:r>
              <a:rPr lang="en-US"/>
              <a:t>Click to edit Master text styles</a:t>
            </a:r>
          </a:p>
        </p:txBody>
      </p:sp>
      <p:sp>
        <p:nvSpPr>
          <p:cNvPr id="12" name="Text Placeholder 6">
            <a:extLst>
              <a:ext uri="{FF2B5EF4-FFF2-40B4-BE49-F238E27FC236}">
                <a16:creationId xmlns:a16="http://schemas.microsoft.com/office/drawing/2014/main" id="{7576EF89-ABF3-4312-A3E7-E1909CA744B6}"/>
              </a:ext>
            </a:extLst>
          </p:cNvPr>
          <p:cNvSpPr>
            <a:spLocks noGrp="1"/>
          </p:cNvSpPr>
          <p:nvPr>
            <p:ph type="body" sz="quarter" idx="19"/>
          </p:nvPr>
        </p:nvSpPr>
        <p:spPr>
          <a:xfrm>
            <a:off x="7467600" y="2990215"/>
            <a:ext cx="3886200" cy="274320"/>
          </a:xfrm>
        </p:spPr>
        <p:txBody>
          <a:bodyPr>
            <a:noAutofit/>
          </a:bodyPr>
          <a:lstStyle>
            <a:lvl1pPr marL="0" indent="0">
              <a:lnSpc>
                <a:spcPct val="100000"/>
              </a:lnSpc>
              <a:buNone/>
              <a:defRPr sz="1200" b="0" spc="0">
                <a:solidFill>
                  <a:schemeClr val="accent3"/>
                </a:solidFill>
              </a:defRPr>
            </a:lvl1pPr>
          </a:lstStyle>
          <a:p>
            <a:pPr lvl="0"/>
            <a:r>
              <a:rPr lang="en-US"/>
              <a:t>Click to edit Master text styles</a:t>
            </a:r>
          </a:p>
        </p:txBody>
      </p:sp>
      <p:sp>
        <p:nvSpPr>
          <p:cNvPr id="13" name="Text Placeholder 6">
            <a:extLst>
              <a:ext uri="{FF2B5EF4-FFF2-40B4-BE49-F238E27FC236}">
                <a16:creationId xmlns:a16="http://schemas.microsoft.com/office/drawing/2014/main" id="{0B198549-FECA-4B92-9906-8D1F79E14DCE}"/>
              </a:ext>
            </a:extLst>
          </p:cNvPr>
          <p:cNvSpPr>
            <a:spLocks noGrp="1"/>
          </p:cNvSpPr>
          <p:nvPr>
            <p:ph type="body" sz="quarter" idx="20"/>
          </p:nvPr>
        </p:nvSpPr>
        <p:spPr>
          <a:xfrm>
            <a:off x="7467600" y="3543935"/>
            <a:ext cx="3886200" cy="419100"/>
          </a:xfrm>
        </p:spPr>
        <p:txBody>
          <a:bodyPr>
            <a:noAutofit/>
          </a:bodyPr>
          <a:lstStyle>
            <a:lvl1pPr marL="0" indent="0">
              <a:buNone/>
              <a:defRPr sz="2400" b="0" spc="0" baseline="0">
                <a:solidFill>
                  <a:schemeClr val="accent4"/>
                </a:solidFill>
                <a:latin typeface="+mj-lt"/>
              </a:defRPr>
            </a:lvl1pPr>
          </a:lstStyle>
          <a:p>
            <a:pPr lvl="0"/>
            <a:r>
              <a:rPr lang="en-US"/>
              <a:t>Click to edit Master text styles</a:t>
            </a:r>
          </a:p>
        </p:txBody>
      </p:sp>
      <p:sp>
        <p:nvSpPr>
          <p:cNvPr id="14" name="Text Placeholder 6">
            <a:extLst>
              <a:ext uri="{FF2B5EF4-FFF2-40B4-BE49-F238E27FC236}">
                <a16:creationId xmlns:a16="http://schemas.microsoft.com/office/drawing/2014/main" id="{210D5A62-4015-4F75-A2AC-D3C1B70911D6}"/>
              </a:ext>
            </a:extLst>
          </p:cNvPr>
          <p:cNvSpPr>
            <a:spLocks noGrp="1"/>
          </p:cNvSpPr>
          <p:nvPr>
            <p:ph type="body" sz="quarter" idx="21"/>
          </p:nvPr>
        </p:nvSpPr>
        <p:spPr>
          <a:xfrm>
            <a:off x="7467600" y="3905885"/>
            <a:ext cx="3886200" cy="307975"/>
          </a:xfrm>
        </p:spPr>
        <p:txBody>
          <a:bodyPr>
            <a:noAutofit/>
          </a:bodyPr>
          <a:lstStyle>
            <a:lvl1pPr marL="0" indent="0">
              <a:buNone/>
              <a:defRPr sz="1800" b="0" spc="0" baseline="0">
                <a:solidFill>
                  <a:schemeClr val="accent4"/>
                </a:solidFill>
                <a:latin typeface="+mj-lt"/>
              </a:defRPr>
            </a:lvl1pPr>
          </a:lstStyle>
          <a:p>
            <a:pPr lvl="0"/>
            <a:r>
              <a:rPr lang="en-US"/>
              <a:t>Click to edit Master text styles</a:t>
            </a:r>
          </a:p>
        </p:txBody>
      </p:sp>
      <p:sp>
        <p:nvSpPr>
          <p:cNvPr id="15" name="Text Placeholder 6">
            <a:extLst>
              <a:ext uri="{FF2B5EF4-FFF2-40B4-BE49-F238E27FC236}">
                <a16:creationId xmlns:a16="http://schemas.microsoft.com/office/drawing/2014/main" id="{267DEAF9-25BD-404A-A5F3-30A81E38D256}"/>
              </a:ext>
            </a:extLst>
          </p:cNvPr>
          <p:cNvSpPr>
            <a:spLocks noGrp="1"/>
          </p:cNvSpPr>
          <p:nvPr>
            <p:ph type="body" sz="quarter" idx="22"/>
          </p:nvPr>
        </p:nvSpPr>
        <p:spPr>
          <a:xfrm>
            <a:off x="7467600" y="4302760"/>
            <a:ext cx="3886200" cy="274320"/>
          </a:xfrm>
        </p:spPr>
        <p:txBody>
          <a:bodyPr>
            <a:noAutofit/>
          </a:bodyPr>
          <a:lstStyle>
            <a:lvl1pPr marL="0" indent="0">
              <a:lnSpc>
                <a:spcPct val="100000"/>
              </a:lnSpc>
              <a:buNone/>
              <a:defRPr sz="1200" b="0" spc="0">
                <a:solidFill>
                  <a:schemeClr val="accent3"/>
                </a:solidFill>
              </a:defRPr>
            </a:lvl1pPr>
          </a:lstStyle>
          <a:p>
            <a:pPr lvl="0"/>
            <a:r>
              <a:rPr lang="en-US"/>
              <a:t>Click to edit Master text styles</a:t>
            </a:r>
          </a:p>
        </p:txBody>
      </p:sp>
      <p:sp>
        <p:nvSpPr>
          <p:cNvPr id="16" name="Text Placeholder 6">
            <a:extLst>
              <a:ext uri="{FF2B5EF4-FFF2-40B4-BE49-F238E27FC236}">
                <a16:creationId xmlns:a16="http://schemas.microsoft.com/office/drawing/2014/main" id="{A03C6E4A-B7FD-4BD7-A807-52FE5D27E384}"/>
              </a:ext>
            </a:extLst>
          </p:cNvPr>
          <p:cNvSpPr>
            <a:spLocks noGrp="1"/>
          </p:cNvSpPr>
          <p:nvPr>
            <p:ph type="body" sz="quarter" idx="23"/>
          </p:nvPr>
        </p:nvSpPr>
        <p:spPr>
          <a:xfrm>
            <a:off x="7467600" y="4856480"/>
            <a:ext cx="3886200" cy="419100"/>
          </a:xfrm>
        </p:spPr>
        <p:txBody>
          <a:bodyPr>
            <a:noAutofit/>
          </a:bodyPr>
          <a:lstStyle>
            <a:lvl1pPr marL="0" indent="0">
              <a:buNone/>
              <a:defRPr sz="2400" b="0" spc="0" baseline="0">
                <a:solidFill>
                  <a:schemeClr val="accent1">
                    <a:lumMod val="25000"/>
                  </a:schemeClr>
                </a:solidFill>
                <a:latin typeface="+mj-lt"/>
              </a:defRPr>
            </a:lvl1pPr>
          </a:lstStyle>
          <a:p>
            <a:pPr lvl="0"/>
            <a:r>
              <a:rPr lang="en-US"/>
              <a:t>Click to edit Master text styles</a:t>
            </a:r>
          </a:p>
        </p:txBody>
      </p:sp>
      <p:sp>
        <p:nvSpPr>
          <p:cNvPr id="17" name="Text Placeholder 6">
            <a:extLst>
              <a:ext uri="{FF2B5EF4-FFF2-40B4-BE49-F238E27FC236}">
                <a16:creationId xmlns:a16="http://schemas.microsoft.com/office/drawing/2014/main" id="{69798A4B-546D-497E-8DC4-67F69916B677}"/>
              </a:ext>
            </a:extLst>
          </p:cNvPr>
          <p:cNvSpPr>
            <a:spLocks noGrp="1"/>
          </p:cNvSpPr>
          <p:nvPr>
            <p:ph type="body" sz="quarter" idx="24"/>
          </p:nvPr>
        </p:nvSpPr>
        <p:spPr>
          <a:xfrm>
            <a:off x="7467600" y="5218430"/>
            <a:ext cx="3886200" cy="307975"/>
          </a:xfrm>
        </p:spPr>
        <p:txBody>
          <a:bodyPr>
            <a:noAutofit/>
          </a:bodyPr>
          <a:lstStyle>
            <a:lvl1pPr marL="0" indent="0">
              <a:buNone/>
              <a:defRPr sz="1800" b="0" spc="0" baseline="0">
                <a:solidFill>
                  <a:schemeClr val="accent1">
                    <a:lumMod val="25000"/>
                  </a:schemeClr>
                </a:solidFill>
                <a:latin typeface="+mj-lt"/>
              </a:defRPr>
            </a:lvl1pPr>
          </a:lstStyle>
          <a:p>
            <a:pPr lvl="0"/>
            <a:r>
              <a:rPr lang="en-US"/>
              <a:t>Click to edit Master text styles</a:t>
            </a:r>
          </a:p>
        </p:txBody>
      </p:sp>
      <p:sp>
        <p:nvSpPr>
          <p:cNvPr id="18" name="Text Placeholder 6">
            <a:extLst>
              <a:ext uri="{FF2B5EF4-FFF2-40B4-BE49-F238E27FC236}">
                <a16:creationId xmlns:a16="http://schemas.microsoft.com/office/drawing/2014/main" id="{B0720791-8657-4D3A-9912-1CF7D48EA1AD}"/>
              </a:ext>
            </a:extLst>
          </p:cNvPr>
          <p:cNvSpPr>
            <a:spLocks noGrp="1"/>
          </p:cNvSpPr>
          <p:nvPr>
            <p:ph type="body" sz="quarter" idx="25"/>
          </p:nvPr>
        </p:nvSpPr>
        <p:spPr>
          <a:xfrm>
            <a:off x="7467600" y="5615305"/>
            <a:ext cx="3886200" cy="274320"/>
          </a:xfrm>
        </p:spPr>
        <p:txBody>
          <a:bodyPr>
            <a:noAutofit/>
          </a:bodyPr>
          <a:lstStyle>
            <a:lvl1pPr marL="0" indent="0">
              <a:lnSpc>
                <a:spcPct val="100000"/>
              </a:lnSpc>
              <a:buNone/>
              <a:defRPr sz="1200" b="0" spc="0">
                <a:solidFill>
                  <a:schemeClr val="accent3"/>
                </a:solidFill>
              </a:defRPr>
            </a:lvl1pPr>
          </a:lstStyle>
          <a:p>
            <a:pPr lvl="0"/>
            <a:r>
              <a:rPr lang="en-US"/>
              <a:t>Click to edit Master text styles</a:t>
            </a:r>
          </a:p>
        </p:txBody>
      </p:sp>
      <p:sp>
        <p:nvSpPr>
          <p:cNvPr id="26" name="Footer Placeholder 5">
            <a:extLst>
              <a:ext uri="{FF2B5EF4-FFF2-40B4-BE49-F238E27FC236}">
                <a16:creationId xmlns:a16="http://schemas.microsoft.com/office/drawing/2014/main" id="{8AD16A67-F6AC-4CFA-B638-3076C15682F6}"/>
              </a:ext>
            </a:extLst>
          </p:cNvPr>
          <p:cNvSpPr>
            <a:spLocks noGrp="1"/>
          </p:cNvSpPr>
          <p:nvPr>
            <p:ph type="ftr" sz="quarter" idx="10"/>
          </p:nvPr>
        </p:nvSpPr>
        <p:spPr>
          <a:xfrm>
            <a:off x="4038600" y="6497865"/>
            <a:ext cx="4114800" cy="365125"/>
          </a:xfrm>
        </p:spPr>
        <p:txBody>
          <a:bodyPr/>
          <a:lstStyle>
            <a:lvl1pPr>
              <a:defRPr>
                <a:solidFill>
                  <a:schemeClr val="accent1"/>
                </a:solidFill>
              </a:defRPr>
            </a:lvl1pPr>
          </a:lstStyle>
          <a:p>
            <a:r>
              <a:rPr lang="en-ZA" dirty="0"/>
              <a:t>Pitch deck</a:t>
            </a:r>
          </a:p>
        </p:txBody>
      </p:sp>
      <p:sp>
        <p:nvSpPr>
          <p:cNvPr id="27" name="Slide Number Placeholder 6">
            <a:extLst>
              <a:ext uri="{FF2B5EF4-FFF2-40B4-BE49-F238E27FC236}">
                <a16:creationId xmlns:a16="http://schemas.microsoft.com/office/drawing/2014/main" id="{8619925E-10F5-4FE2-B665-672B18AF9EFA}"/>
              </a:ext>
            </a:extLst>
          </p:cNvPr>
          <p:cNvSpPr>
            <a:spLocks noGrp="1"/>
          </p:cNvSpPr>
          <p:nvPr>
            <p:ph type="sldNum" sz="quarter" idx="11"/>
          </p:nvPr>
        </p:nvSpPr>
        <p:spPr>
          <a:xfrm>
            <a:off x="8610600" y="6497865"/>
            <a:ext cx="2743200" cy="365125"/>
          </a:xfrm>
        </p:spPr>
        <p:txBody>
          <a:bodyPr/>
          <a:lstStyle>
            <a:lvl1pPr>
              <a:defRPr spc="0">
                <a:solidFill>
                  <a:schemeClr val="accent1"/>
                </a:solidFill>
              </a:defRPr>
            </a:lvl1pPr>
          </a:lstStyle>
          <a:p>
            <a:fld id="{19B51A1E-902D-48AF-9020-955120F399B6}" type="slidenum">
              <a:rPr lang="en-ZA" smtClean="0"/>
              <a:pPr/>
              <a:t>‹#›</a:t>
            </a:fld>
            <a:endParaRPr lang="en-ZA" dirty="0"/>
          </a:p>
        </p:txBody>
      </p:sp>
      <p:sp>
        <p:nvSpPr>
          <p:cNvPr id="28" name="Date Placeholder 3">
            <a:extLst>
              <a:ext uri="{FF2B5EF4-FFF2-40B4-BE49-F238E27FC236}">
                <a16:creationId xmlns:a16="http://schemas.microsoft.com/office/drawing/2014/main" id="{99B42EE4-8774-49D2-8B69-8D680E8012D6}"/>
              </a:ext>
            </a:extLst>
          </p:cNvPr>
          <p:cNvSpPr>
            <a:spLocks noGrp="1"/>
          </p:cNvSpPr>
          <p:nvPr>
            <p:ph type="dt" sz="half" idx="2"/>
          </p:nvPr>
        </p:nvSpPr>
        <p:spPr>
          <a:xfrm>
            <a:off x="838200" y="6497865"/>
            <a:ext cx="2743200" cy="365125"/>
          </a:xfrm>
          <a:prstGeom prst="rect">
            <a:avLst/>
          </a:prstGeom>
        </p:spPr>
        <p:txBody>
          <a:bodyPr vert="horz" lIns="91440" tIns="45720" rIns="91440" bIns="45720" rtlCol="0" anchor="ctr"/>
          <a:lstStyle>
            <a:lvl1pPr algn="l">
              <a:defRPr sz="900">
                <a:solidFill>
                  <a:schemeClr val="accent1"/>
                </a:solidFill>
              </a:defRPr>
            </a:lvl1pPr>
          </a:lstStyle>
          <a:p>
            <a:r>
              <a:rPr lang="en-US"/>
              <a:t>6/22/20XX</a:t>
            </a:r>
            <a:endParaRPr lang="en-US" dirty="0"/>
          </a:p>
        </p:txBody>
      </p:sp>
    </p:spTree>
    <p:extLst>
      <p:ext uri="{BB962C8B-B14F-4D97-AF65-F5344CB8AC3E}">
        <p14:creationId xmlns:p14="http://schemas.microsoft.com/office/powerpoint/2010/main" val="39254976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ummary">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8F5A6A-E29E-401A-801A-8FD9CAABA7A5}"/>
              </a:ext>
            </a:extLst>
          </p:cNvPr>
          <p:cNvSpPr>
            <a:spLocks noGrp="1"/>
          </p:cNvSpPr>
          <p:nvPr>
            <p:ph idx="1"/>
          </p:nvPr>
        </p:nvSpPr>
        <p:spPr>
          <a:xfrm>
            <a:off x="1162050" y="4662486"/>
            <a:ext cx="3975804" cy="1514476"/>
          </a:xfrm>
        </p:spPr>
        <p:txBody>
          <a:bodyPr lIns="0" rIns="0">
            <a:normAutofit/>
          </a:bodyPr>
          <a:lstStyle>
            <a:lvl1pPr marL="0" indent="0">
              <a:lnSpc>
                <a:spcPts val="1700"/>
              </a:lnSpc>
              <a:buNone/>
              <a:defRPr sz="1200">
                <a:solidFill>
                  <a:schemeClr val="accent3"/>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a:xfrm>
            <a:off x="838200" y="6356350"/>
            <a:ext cx="925285" cy="365125"/>
          </a:xfrm>
        </p:spPr>
        <p:txBody>
          <a:bodyPr/>
          <a:lstStyle>
            <a:lvl1pPr>
              <a:defRPr>
                <a:solidFill>
                  <a:schemeClr val="accent3">
                    <a:lumMod val="60000"/>
                    <a:lumOff val="40000"/>
                  </a:schemeClr>
                </a:solidFill>
              </a:defRPr>
            </a:lvl1pPr>
          </a:lstStyle>
          <a:p>
            <a:r>
              <a:rPr lang="en-US"/>
              <a:t>6/22/20XX</a:t>
            </a:r>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2764971" y="6356350"/>
            <a:ext cx="2372881" cy="365125"/>
          </a:xfrm>
        </p:spPr>
        <p:txBody>
          <a:bodyPr/>
          <a:lstStyle>
            <a:lvl1pPr algn="r">
              <a:defRPr>
                <a:solidFill>
                  <a:schemeClr val="accent3">
                    <a:lumMod val="60000"/>
                    <a:lumOff val="40000"/>
                  </a:schemeClr>
                </a:solidFill>
              </a:defRPr>
            </a:lvl1pPr>
          </a:lstStyle>
          <a:p>
            <a:r>
              <a:rPr lang="en-US" dirty="0"/>
              <a:t>Pitch deck</a:t>
            </a:r>
          </a:p>
        </p:txBody>
      </p:sp>
      <p:sp>
        <p:nvSpPr>
          <p:cNvPr id="12" name="Picture Placeholder 11">
            <a:extLst>
              <a:ext uri="{FF2B5EF4-FFF2-40B4-BE49-F238E27FC236}">
                <a16:creationId xmlns:a16="http://schemas.microsoft.com/office/drawing/2014/main" id="{E3A83D3B-4878-44A9-ADD4-00764E5E82E9}"/>
              </a:ext>
            </a:extLst>
          </p:cNvPr>
          <p:cNvSpPr>
            <a:spLocks noGrp="1"/>
          </p:cNvSpPr>
          <p:nvPr>
            <p:ph type="pic" sz="quarter" idx="13"/>
          </p:nvPr>
        </p:nvSpPr>
        <p:spPr>
          <a:xfrm>
            <a:off x="6644640" y="0"/>
            <a:ext cx="5547360" cy="6858000"/>
          </a:xfrm>
        </p:spPr>
        <p:txBody>
          <a:bodyPr/>
          <a:lstStyle/>
          <a:p>
            <a:r>
              <a:rPr lang="en-US"/>
              <a:t>Click icon to add picture</a:t>
            </a:r>
            <a:endParaRPr lang="en-US" dirty="0"/>
          </a:p>
        </p:txBody>
      </p:sp>
      <p:cxnSp>
        <p:nvCxnSpPr>
          <p:cNvPr id="15" name="Straight Connector 14">
            <a:extLst>
              <a:ext uri="{FF2B5EF4-FFF2-40B4-BE49-F238E27FC236}">
                <a16:creationId xmlns:a16="http://schemas.microsoft.com/office/drawing/2014/main" id="{FFB9B857-A210-44D8-8C91-781E2B69B771}"/>
              </a:ext>
            </a:extLst>
          </p:cNvPr>
          <p:cNvCxnSpPr/>
          <p:nvPr userDrawn="1"/>
        </p:nvCxnSpPr>
        <p:spPr>
          <a:xfrm>
            <a:off x="1162050" y="2333625"/>
            <a:ext cx="0" cy="200025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tree, nature, spring&#10;&#10;Description automatically generated">
            <a:extLst>
              <a:ext uri="{FF2B5EF4-FFF2-40B4-BE49-F238E27FC236}">
                <a16:creationId xmlns:a16="http://schemas.microsoft.com/office/drawing/2014/main" id="{4A63342F-743C-459F-B121-7E344300D8B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rot="16200000">
            <a:off x="3078480" y="3291840"/>
            <a:ext cx="6858000" cy="274320"/>
          </a:xfrm>
          <a:prstGeom prst="rect">
            <a:avLst/>
          </a:prstGeom>
        </p:spPr>
      </p:pic>
      <p:sp>
        <p:nvSpPr>
          <p:cNvPr id="10" name="Text Placeholder 4">
            <a:extLst>
              <a:ext uri="{FF2B5EF4-FFF2-40B4-BE49-F238E27FC236}">
                <a16:creationId xmlns:a16="http://schemas.microsoft.com/office/drawing/2014/main" id="{5E13AA0B-9749-4C5F-A7F8-7C789F442937}"/>
              </a:ext>
            </a:extLst>
          </p:cNvPr>
          <p:cNvSpPr>
            <a:spLocks noGrp="1"/>
          </p:cNvSpPr>
          <p:nvPr>
            <p:ph type="body" sz="quarter" idx="14"/>
          </p:nvPr>
        </p:nvSpPr>
        <p:spPr>
          <a:xfrm>
            <a:off x="640080" y="768096"/>
            <a:ext cx="1856232" cy="1856232"/>
          </a:xfrm>
          <a:noFill/>
        </p:spPr>
        <p:txBody>
          <a:bodyPr spcFirstLastPara="1" wrap="square" lIns="91440" tIns="45720" rIns="91440" bIns="45720" numCol="1">
            <a:prstTxWarp prst="textCircle">
              <a:avLst/>
            </a:prstTxWarp>
            <a:spAutoFit/>
          </a:bodyPr>
          <a:lstStyle>
            <a:lvl1pPr>
              <a:defRPr lang="en-US" sz="2000" b="0" cap="all" spc="0" baseline="0" dirty="0">
                <a:ln w="0"/>
                <a:solidFill>
                  <a:schemeClr val="accent1">
                    <a:lumMod val="75000"/>
                  </a:schemeClr>
                </a:solidFill>
              </a:defRPr>
            </a:lvl1pPr>
          </a:lstStyle>
          <a:p>
            <a:pPr marL="0" lvl="0" algn="ctr"/>
            <a:r>
              <a:rPr lang="en-US"/>
              <a:t>Click to edit Master text styles</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lvl1pPr>
              <a:defRPr>
                <a:solidFill>
                  <a:schemeClr val="accent1"/>
                </a:solidFill>
              </a:defRPr>
            </a:lvl1pPr>
          </a:lstStyle>
          <a:p>
            <a:fld id="{B5CEABB6-07DC-46E8-9B57-56EC44A396E5}" type="slidenum">
              <a:rPr lang="en-US" smtClean="0"/>
              <a:pPr/>
              <a:t>‹#›</a:t>
            </a:fld>
            <a:endParaRPr lang="en-US" dirty="0"/>
          </a:p>
        </p:txBody>
      </p:sp>
      <p:sp>
        <p:nvSpPr>
          <p:cNvPr id="2" name="Title 1">
            <a:extLst>
              <a:ext uri="{FF2B5EF4-FFF2-40B4-BE49-F238E27FC236}">
                <a16:creationId xmlns:a16="http://schemas.microsoft.com/office/drawing/2014/main" id="{A4AE12D1-08AF-45E9-A34A-BDE9E860BAA2}"/>
              </a:ext>
            </a:extLst>
          </p:cNvPr>
          <p:cNvSpPr>
            <a:spLocks noGrp="1"/>
          </p:cNvSpPr>
          <p:nvPr>
            <p:ph type="title"/>
          </p:nvPr>
        </p:nvSpPr>
        <p:spPr>
          <a:xfrm>
            <a:off x="1162050" y="523875"/>
            <a:ext cx="3975802" cy="1514476"/>
          </a:xfrm>
        </p:spPr>
        <p:txBody>
          <a:bodyPr lIns="0" rIns="0" anchor="b"/>
          <a:lstStyle>
            <a:lvl1pPr>
              <a:defRPr>
                <a:solidFill>
                  <a:schemeClr val="accent3"/>
                </a:solidFill>
              </a:defRPr>
            </a:lvl1pPr>
          </a:lstStyle>
          <a:p>
            <a:r>
              <a:rPr lang="en-US"/>
              <a:t>Click to edit Master title style</a:t>
            </a:r>
          </a:p>
        </p:txBody>
      </p:sp>
    </p:spTree>
    <p:extLst>
      <p:ext uri="{BB962C8B-B14F-4D97-AF65-F5344CB8AC3E}">
        <p14:creationId xmlns:p14="http://schemas.microsoft.com/office/powerpoint/2010/main" val="12543626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1"/>
        </a:solidFill>
        <a:effectLst/>
      </p:bgPr>
    </p:bg>
    <p:spTree>
      <p:nvGrpSpPr>
        <p:cNvPr id="1" name=""/>
        <p:cNvGrpSpPr/>
        <p:nvPr/>
      </p:nvGrpSpPr>
      <p:grpSpPr>
        <a:xfrm>
          <a:off x="0" y="0"/>
          <a:ext cx="0" cy="0"/>
          <a:chOff x="0" y="0"/>
          <a:chExt cx="0" cy="0"/>
        </a:xfrm>
      </p:grpSpPr>
      <p:pic>
        <p:nvPicPr>
          <p:cNvPr id="6" name="Picture 5" descr="A picture containing tree, nature, spring&#10;&#10;Description automatically generated">
            <a:extLst>
              <a:ext uri="{FF2B5EF4-FFF2-40B4-BE49-F238E27FC236}">
                <a16:creationId xmlns:a16="http://schemas.microsoft.com/office/drawing/2014/main" id="{518D6250-5EE6-4875-8BAD-D7140B01B23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rot="16200000">
            <a:off x="4392931" y="-941071"/>
            <a:ext cx="6858000" cy="8740141"/>
          </a:xfrm>
          <a:prstGeom prst="rect">
            <a:avLst/>
          </a:prstGeom>
        </p:spPr>
      </p:pic>
      <p:sp>
        <p:nvSpPr>
          <p:cNvPr id="10" name="Picture Placeholder 9">
            <a:extLst>
              <a:ext uri="{FF2B5EF4-FFF2-40B4-BE49-F238E27FC236}">
                <a16:creationId xmlns:a16="http://schemas.microsoft.com/office/drawing/2014/main" id="{0D510E1D-A8A6-4E4B-8055-B484B4853348}"/>
              </a:ext>
            </a:extLst>
          </p:cNvPr>
          <p:cNvSpPr>
            <a:spLocks noGrp="1"/>
          </p:cNvSpPr>
          <p:nvPr>
            <p:ph type="pic" sz="quarter" idx="13"/>
          </p:nvPr>
        </p:nvSpPr>
        <p:spPr>
          <a:xfrm>
            <a:off x="3931921" y="536574"/>
            <a:ext cx="7780020" cy="5784853"/>
          </a:xfrm>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6C25C416-A3A2-4CF9-9532-2C0BFB51CFDF}"/>
              </a:ext>
            </a:extLst>
          </p:cNvPr>
          <p:cNvSpPr>
            <a:spLocks noGrp="1"/>
          </p:cNvSpPr>
          <p:nvPr>
            <p:ph type="ctrTitle"/>
          </p:nvPr>
        </p:nvSpPr>
        <p:spPr>
          <a:xfrm>
            <a:off x="495300" y="1122363"/>
            <a:ext cx="4446270" cy="1874837"/>
          </a:xfrm>
        </p:spPr>
        <p:txBody>
          <a:bodyPr anchor="t">
            <a:noAutofit/>
          </a:bodyPr>
          <a:lstStyle>
            <a:lvl1pPr algn="l">
              <a:defRPr sz="6600">
                <a:solidFill>
                  <a:schemeClr val="accent3"/>
                </a:solidFill>
              </a:defRPr>
            </a:lvl1pPr>
          </a:lstStyle>
          <a:p>
            <a:r>
              <a:rPr lang="en-US"/>
              <a:t>Click to edit Master title style</a:t>
            </a:r>
          </a:p>
        </p:txBody>
      </p:sp>
      <p:sp>
        <p:nvSpPr>
          <p:cNvPr id="3" name="Subtitle 2">
            <a:extLst>
              <a:ext uri="{FF2B5EF4-FFF2-40B4-BE49-F238E27FC236}">
                <a16:creationId xmlns:a16="http://schemas.microsoft.com/office/drawing/2014/main" id="{43D32955-BB06-40DE-A14A-2170FD41AD52}"/>
              </a:ext>
            </a:extLst>
          </p:cNvPr>
          <p:cNvSpPr>
            <a:spLocks noGrp="1"/>
          </p:cNvSpPr>
          <p:nvPr>
            <p:ph type="subTitle" idx="1"/>
          </p:nvPr>
        </p:nvSpPr>
        <p:spPr>
          <a:xfrm>
            <a:off x="1145858" y="3779212"/>
            <a:ext cx="1708784" cy="1156332"/>
          </a:xfrm>
        </p:spPr>
        <p:txBody>
          <a:bodyPr/>
          <a:lstStyle>
            <a:lvl1pPr marL="0" indent="0" algn="l">
              <a:buNone/>
              <a:defRPr sz="2400">
                <a:solidFill>
                  <a:schemeClr val="accent3"/>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14" name="Straight Connector 13">
            <a:extLst>
              <a:ext uri="{FF2B5EF4-FFF2-40B4-BE49-F238E27FC236}">
                <a16:creationId xmlns:a16="http://schemas.microsoft.com/office/drawing/2014/main" id="{E6BAFCD4-E08A-4CBF-B3C6-F99D6523EB03}"/>
              </a:ext>
            </a:extLst>
          </p:cNvPr>
          <p:cNvCxnSpPr>
            <a:cxnSpLocks/>
          </p:cNvCxnSpPr>
          <p:nvPr userDrawn="1"/>
        </p:nvCxnSpPr>
        <p:spPr>
          <a:xfrm flipH="1">
            <a:off x="1145859" y="4757108"/>
            <a:ext cx="2306001"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Text Placeholder 10">
            <a:extLst>
              <a:ext uri="{FF2B5EF4-FFF2-40B4-BE49-F238E27FC236}">
                <a16:creationId xmlns:a16="http://schemas.microsoft.com/office/drawing/2014/main" id="{ACDE2589-A5DF-4CFB-80DA-F3EB6E9A25A6}"/>
              </a:ext>
            </a:extLst>
          </p:cNvPr>
          <p:cNvSpPr>
            <a:spLocks noGrp="1"/>
          </p:cNvSpPr>
          <p:nvPr>
            <p:ph type="body" sz="quarter" idx="34" hasCustomPrompt="1"/>
          </p:nvPr>
        </p:nvSpPr>
        <p:spPr>
          <a:xfrm>
            <a:off x="1145858" y="5579334"/>
            <a:ext cx="1708784" cy="1116118"/>
          </a:xfrm>
        </p:spPr>
        <p:txBody>
          <a:bodyPr>
            <a:normAutofit/>
          </a:bodyPr>
          <a:lstStyle>
            <a:lvl1pPr marL="0" indent="0" algn="l">
              <a:lnSpc>
                <a:spcPts val="1700"/>
              </a:lnSpc>
              <a:buNone/>
              <a:defRPr sz="1200">
                <a:solidFill>
                  <a:schemeClr val="accent3"/>
                </a:solidFill>
              </a:defRPr>
            </a:lvl1pPr>
          </a:lstStyle>
          <a:p>
            <a:pPr lvl="0"/>
            <a:r>
              <a:rPr lang="en-US"/>
              <a:t>Bullet Description</a:t>
            </a:r>
            <a:endParaRPr lang="en-ZA"/>
          </a:p>
        </p:txBody>
      </p:sp>
      <p:sp>
        <p:nvSpPr>
          <p:cNvPr id="11" name="Text Placeholder 4">
            <a:extLst>
              <a:ext uri="{FF2B5EF4-FFF2-40B4-BE49-F238E27FC236}">
                <a16:creationId xmlns:a16="http://schemas.microsoft.com/office/drawing/2014/main" id="{5CE3F9E1-78CA-4716-9303-F5DE95A9077D}"/>
              </a:ext>
            </a:extLst>
          </p:cNvPr>
          <p:cNvSpPr>
            <a:spLocks noGrp="1"/>
          </p:cNvSpPr>
          <p:nvPr>
            <p:ph type="body" sz="quarter" idx="14"/>
          </p:nvPr>
        </p:nvSpPr>
        <p:spPr>
          <a:xfrm>
            <a:off x="722376" y="3264408"/>
            <a:ext cx="1993392" cy="1993392"/>
          </a:xfrm>
          <a:noFill/>
        </p:spPr>
        <p:txBody>
          <a:bodyPr spcFirstLastPara="1" wrap="square" lIns="91440" tIns="45720" rIns="91440" bIns="45720" numCol="1">
            <a:prstTxWarp prst="textCircle">
              <a:avLst/>
            </a:prstTxWarp>
            <a:spAutoFit/>
          </a:bodyPr>
          <a:lstStyle>
            <a:lvl1pPr>
              <a:defRPr lang="en-US" sz="2000" b="0" cap="all" spc="0" baseline="0" dirty="0">
                <a:ln w="0"/>
                <a:solidFill>
                  <a:schemeClr val="accent1">
                    <a:lumMod val="75000"/>
                  </a:schemeClr>
                </a:solidFill>
              </a:defRPr>
            </a:lvl1pPr>
          </a:lstStyle>
          <a:p>
            <a:pPr marL="0" lvl="0" algn="ctr"/>
            <a:r>
              <a:rPr lang="en-US"/>
              <a:t>Click to edit Master text styles</a:t>
            </a:r>
          </a:p>
        </p:txBody>
      </p:sp>
    </p:spTree>
    <p:extLst>
      <p:ext uri="{BB962C8B-B14F-4D97-AF65-F5344CB8AC3E}">
        <p14:creationId xmlns:p14="http://schemas.microsoft.com/office/powerpoint/2010/main" val="1138353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1917CC-671D-47EA-B065-51E87EC27B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6/22/20XX</a:t>
            </a:r>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1" r:id="rId4"/>
    <p:sldLayoutId id="2147483654" r:id="rId5"/>
    <p:sldLayoutId id="2147483667" r:id="rId6"/>
    <p:sldLayoutId id="2147483668" r:id="rId7"/>
    <p:sldLayoutId id="2147483669" r:id="rId8"/>
    <p:sldLayoutId id="2147483671" r:id="rId9"/>
    <p:sldLayoutId id="2147483672" r:id="rId10"/>
    <p:sldLayoutId id="2147483653" r:id="rId11"/>
    <p:sldLayoutId id="2147483663" r:id="rId12"/>
    <p:sldLayoutId id="2147483666" r:id="rId13"/>
    <p:sldLayoutId id="2147483678" r:id="rId14"/>
    <p:sldLayoutId id="2147483680" r:id="rId15"/>
    <p:sldLayoutId id="2147483679" r:id="rId16"/>
    <p:sldLayoutId id="2147483674" r:id="rId17"/>
    <p:sldLayoutId id="2147483675" r:id="rId18"/>
    <p:sldLayoutId id="2147483655" r:id="rId19"/>
    <p:sldLayoutId id="2147483676" r:id="rId20"/>
    <p:sldLayoutId id="2147483677" r:id="rId2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jpg"/><Relationship Id="rId1" Type="http://schemas.openxmlformats.org/officeDocument/2006/relationships/slideLayout" Target="../slideLayouts/slideLayout5.xml"/><Relationship Id="rId5" Type="http://schemas.openxmlformats.org/officeDocument/2006/relationships/image" Target="../media/image24.svg"/><Relationship Id="rId4" Type="http://schemas.openxmlformats.org/officeDocument/2006/relationships/image" Target="../media/image23.svg"/></Relationships>
</file>

<file path=ppt/slides/_rels/slide7.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slideLayout" Target="../slideLayouts/slideLayout4.xml"/><Relationship Id="rId5" Type="http://schemas.openxmlformats.org/officeDocument/2006/relationships/image" Target="../media/image28.jpg"/><Relationship Id="rId4" Type="http://schemas.openxmlformats.org/officeDocument/2006/relationships/image" Target="../media/image27.jpg"/></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3" Type="http://schemas.openxmlformats.org/officeDocument/2006/relationships/image" Target="../media/image30.jfif"/><Relationship Id="rId2" Type="http://schemas.openxmlformats.org/officeDocument/2006/relationships/image" Target="../media/image29.jp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32238C12-2174-4712-863E-D187FCA60EF6}"/>
              </a:ext>
            </a:extLst>
          </p:cNvPr>
          <p:cNvPicPr>
            <a:picLocks noGrp="1" noChangeAspect="1"/>
          </p:cNvPicPr>
          <p:nvPr>
            <p:ph type="pic" sz="quarter" idx="13"/>
          </p:nvPr>
        </p:nvPicPr>
        <p:blipFill>
          <a:blip r:embed="rId2"/>
          <a:srcRect/>
          <a:stretch/>
        </p:blipFill>
        <p:spPr>
          <a:xfrm>
            <a:off x="495300" y="536574"/>
            <a:ext cx="7620000" cy="5784853"/>
          </a:xfrm>
        </p:spPr>
      </p:pic>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6543040" y="536573"/>
            <a:ext cx="5648960" cy="2157990"/>
          </a:xfrm>
        </p:spPr>
        <p:txBody>
          <a:bodyPr/>
          <a:lstStyle/>
          <a:p>
            <a:r>
              <a:rPr lang="en-US" dirty="0">
                <a:solidFill>
                  <a:schemeClr val="tx1">
                    <a:lumMod val="95000"/>
                    <a:lumOff val="5000"/>
                  </a:schemeClr>
                </a:solidFill>
              </a:rPr>
              <a:t>Introduction To Data Center</a:t>
            </a:r>
          </a:p>
        </p:txBody>
      </p:sp>
      <p:sp>
        <p:nvSpPr>
          <p:cNvPr id="3" name="Subtitle 2">
            <a:extLst>
              <a:ext uri="{FF2B5EF4-FFF2-40B4-BE49-F238E27FC236}">
                <a16:creationId xmlns:a16="http://schemas.microsoft.com/office/drawing/2014/main" id="{1901B20D-4C28-4DA3-ABBD-718C22A5E58B}"/>
              </a:ext>
            </a:extLst>
          </p:cNvPr>
          <p:cNvSpPr>
            <a:spLocks noGrp="1"/>
          </p:cNvSpPr>
          <p:nvPr>
            <p:ph type="subTitle" idx="1"/>
          </p:nvPr>
        </p:nvSpPr>
        <p:spPr>
          <a:xfrm>
            <a:off x="9768840" y="4723772"/>
            <a:ext cx="1708784" cy="1156332"/>
          </a:xfrm>
        </p:spPr>
        <p:txBody>
          <a:bodyPr>
            <a:normAutofit lnSpcReduction="10000"/>
          </a:bodyPr>
          <a:lstStyle/>
          <a:p>
            <a:r>
              <a:rPr lang="en-US" dirty="0"/>
              <a:t>Neha Bhandare</a:t>
            </a:r>
          </a:p>
          <a:p>
            <a:r>
              <a:rPr lang="en-US" dirty="0"/>
              <a:t>17003</a:t>
            </a:r>
          </a:p>
        </p:txBody>
      </p:sp>
      <p:sp>
        <p:nvSpPr>
          <p:cNvPr id="31" name="Text Placeholder 30">
            <a:extLst>
              <a:ext uri="{FF2B5EF4-FFF2-40B4-BE49-F238E27FC236}">
                <a16:creationId xmlns:a16="http://schemas.microsoft.com/office/drawing/2014/main" id="{2AA5CFA6-DFAB-4166-9748-6F0CAB135BE6}"/>
              </a:ext>
            </a:extLst>
          </p:cNvPr>
          <p:cNvSpPr>
            <a:spLocks noGrp="1"/>
          </p:cNvSpPr>
          <p:nvPr>
            <p:ph type="body" sz="quarter" idx="14"/>
          </p:nvPr>
        </p:nvSpPr>
        <p:spPr>
          <a:xfrm>
            <a:off x="9341358" y="4162298"/>
            <a:ext cx="1993392" cy="1993392"/>
          </a:xfrm>
        </p:spPr>
        <p:txBody>
          <a:bodyPr/>
          <a:lstStyle/>
          <a:p>
            <a:pPr marL="0" indent="0">
              <a:buNone/>
            </a:pPr>
            <a:r>
              <a:rPr lang="en-US" dirty="0"/>
              <a:t>Data Center DATA  center data Centre data center</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 Placeholder 26">
            <a:extLst>
              <a:ext uri="{FF2B5EF4-FFF2-40B4-BE49-F238E27FC236}">
                <a16:creationId xmlns:a16="http://schemas.microsoft.com/office/drawing/2014/main" id="{5ED85059-9DA7-4AE3-9C9C-D4BCB1FDA684}"/>
              </a:ext>
            </a:extLst>
          </p:cNvPr>
          <p:cNvSpPr>
            <a:spLocks noGrp="1"/>
          </p:cNvSpPr>
          <p:nvPr>
            <p:ph type="body" sz="quarter" idx="14"/>
          </p:nvPr>
        </p:nvSpPr>
        <p:spPr>
          <a:xfrm>
            <a:off x="465432" y="314960"/>
            <a:ext cx="3039768" cy="2611120"/>
          </a:xfrm>
        </p:spPr>
        <p:txBody>
          <a:bodyPr/>
          <a:lstStyle/>
          <a:p>
            <a:pPr marL="0" indent="0">
              <a:buNone/>
            </a:pPr>
            <a:r>
              <a:rPr lang="en-US" dirty="0"/>
              <a:t>Know about data center </a:t>
            </a:r>
          </a:p>
        </p:txBody>
      </p:sp>
      <p:sp>
        <p:nvSpPr>
          <p:cNvPr id="2" name="Title 1">
            <a:extLst>
              <a:ext uri="{FF2B5EF4-FFF2-40B4-BE49-F238E27FC236}">
                <a16:creationId xmlns:a16="http://schemas.microsoft.com/office/drawing/2014/main" id="{6719F29B-F233-48AF-8261-F33A4E079E3E}"/>
              </a:ext>
            </a:extLst>
          </p:cNvPr>
          <p:cNvSpPr>
            <a:spLocks noGrp="1"/>
          </p:cNvSpPr>
          <p:nvPr>
            <p:ph type="title"/>
          </p:nvPr>
        </p:nvSpPr>
        <p:spPr>
          <a:xfrm>
            <a:off x="1162050" y="523875"/>
            <a:ext cx="3975802" cy="1514476"/>
          </a:xfrm>
        </p:spPr>
        <p:txBody>
          <a:bodyPr>
            <a:normAutofit/>
          </a:bodyPr>
          <a:lstStyle/>
          <a:p>
            <a:r>
              <a:rPr lang="en-US" b="1" dirty="0"/>
              <a:t>What is a Data Center?</a:t>
            </a:r>
          </a:p>
        </p:txBody>
      </p:sp>
      <p:sp>
        <p:nvSpPr>
          <p:cNvPr id="3" name="Subtitle 2">
            <a:extLst>
              <a:ext uri="{FF2B5EF4-FFF2-40B4-BE49-F238E27FC236}">
                <a16:creationId xmlns:a16="http://schemas.microsoft.com/office/drawing/2014/main" id="{35E3EA69-4E0E-41BD-8095-A124225A2647}"/>
              </a:ext>
            </a:extLst>
          </p:cNvPr>
          <p:cNvSpPr>
            <a:spLocks noGrp="1"/>
          </p:cNvSpPr>
          <p:nvPr>
            <p:ph idx="1"/>
          </p:nvPr>
        </p:nvSpPr>
        <p:spPr>
          <a:xfrm>
            <a:off x="701040" y="4358640"/>
            <a:ext cx="4436814" cy="1818322"/>
          </a:xfrm>
        </p:spPr>
        <p:txBody>
          <a:bodyPr vert="horz" lIns="0" tIns="45720" rIns="91440" bIns="45720" rtlCol="0" anchor="t">
            <a:noAutofit/>
          </a:bodyPr>
          <a:lstStyle/>
          <a:p>
            <a:r>
              <a:rPr lang="en-US" sz="1900" dirty="0"/>
              <a:t>A </a:t>
            </a:r>
            <a:r>
              <a:rPr lang="en-US" sz="1900" b="1" dirty="0"/>
              <a:t>data center</a:t>
            </a:r>
            <a:r>
              <a:rPr lang="en-US" sz="1900" dirty="0"/>
              <a:t> is a centralized physical facility that stores businesses’ critical applications and data. A common data center definition is a location where computing and networking equipment is used to collect, process, and store data, as well as to distribute and enable access to resources.</a:t>
            </a:r>
          </a:p>
        </p:txBody>
      </p:sp>
      <p:pic>
        <p:nvPicPr>
          <p:cNvPr id="17" name="Picture Placeholder 16">
            <a:extLst>
              <a:ext uri="{FF2B5EF4-FFF2-40B4-BE49-F238E27FC236}">
                <a16:creationId xmlns:a16="http://schemas.microsoft.com/office/drawing/2014/main" id="{6D9B0891-D7C3-40C5-8BEC-D9D22D684005}"/>
              </a:ext>
            </a:extLst>
          </p:cNvPr>
          <p:cNvPicPr>
            <a:picLocks noGrp="1" noChangeAspect="1"/>
          </p:cNvPicPr>
          <p:nvPr>
            <p:ph type="pic" sz="quarter" idx="13"/>
          </p:nvPr>
        </p:nvPicPr>
        <p:blipFill>
          <a:blip r:embed="rId3"/>
          <a:srcRect/>
          <a:stretch/>
        </p:blipFill>
        <p:spPr>
          <a:xfrm>
            <a:off x="5740400" y="314960"/>
            <a:ext cx="6319520" cy="6019165"/>
          </a:xfrm>
        </p:spPr>
      </p:pic>
      <p:sp>
        <p:nvSpPr>
          <p:cNvPr id="50" name="Date Placeholder 49">
            <a:extLst>
              <a:ext uri="{FF2B5EF4-FFF2-40B4-BE49-F238E27FC236}">
                <a16:creationId xmlns:a16="http://schemas.microsoft.com/office/drawing/2014/main" id="{CDBF54DA-EC24-4B40-A54E-96572903C4E0}"/>
              </a:ext>
            </a:extLst>
          </p:cNvPr>
          <p:cNvSpPr>
            <a:spLocks noGrp="1"/>
          </p:cNvSpPr>
          <p:nvPr>
            <p:ph type="dt" sz="half" idx="10"/>
          </p:nvPr>
        </p:nvSpPr>
        <p:spPr>
          <a:xfrm>
            <a:off x="838200" y="6356350"/>
            <a:ext cx="2743200" cy="365125"/>
          </a:xfrm>
        </p:spPr>
        <p:txBody>
          <a:bodyPr/>
          <a:lstStyle/>
          <a:p>
            <a:r>
              <a:rPr lang="en-US"/>
              <a:t>6/22/20XX</a:t>
            </a:r>
            <a:endParaRPr lang="en-US" dirty="0"/>
          </a:p>
        </p:txBody>
      </p:sp>
      <p:sp>
        <p:nvSpPr>
          <p:cNvPr id="5" name="Footer Placeholder 4">
            <a:extLst>
              <a:ext uri="{FF2B5EF4-FFF2-40B4-BE49-F238E27FC236}">
                <a16:creationId xmlns:a16="http://schemas.microsoft.com/office/drawing/2014/main" id="{AF29EA23-F34E-486A-B8B2-0C3019266975}"/>
              </a:ext>
            </a:extLst>
          </p:cNvPr>
          <p:cNvSpPr>
            <a:spLocks noGrp="1"/>
          </p:cNvSpPr>
          <p:nvPr>
            <p:ph type="ftr" sz="quarter" idx="11"/>
          </p:nvPr>
        </p:nvSpPr>
        <p:spPr>
          <a:xfrm>
            <a:off x="4038600" y="6356350"/>
            <a:ext cx="4114800" cy="365125"/>
          </a:xfrm>
        </p:spPr>
        <p:txBody>
          <a:bodyPr/>
          <a:lstStyle/>
          <a:p>
            <a:r>
              <a:rPr lang="en-ZA" dirty="0"/>
              <a:t>Pitch deck</a:t>
            </a:r>
          </a:p>
        </p:txBody>
      </p:sp>
      <p:sp>
        <p:nvSpPr>
          <p:cNvPr id="4" name="Slide Number Placeholder 3">
            <a:extLst>
              <a:ext uri="{FF2B5EF4-FFF2-40B4-BE49-F238E27FC236}">
                <a16:creationId xmlns:a16="http://schemas.microsoft.com/office/drawing/2014/main" id="{328F602C-7F98-4C02-99D4-ED65E00D66A4}"/>
              </a:ext>
            </a:extLst>
          </p:cNvPr>
          <p:cNvSpPr>
            <a:spLocks noGrp="1"/>
          </p:cNvSpPr>
          <p:nvPr>
            <p:ph type="sldNum" sz="quarter" idx="12"/>
          </p:nvPr>
        </p:nvSpPr>
        <p:spPr>
          <a:xfrm>
            <a:off x="8610600" y="6356350"/>
            <a:ext cx="2743200" cy="365125"/>
          </a:xfrm>
        </p:spPr>
        <p:txBody>
          <a:bodyPr/>
          <a:lstStyle/>
          <a:p>
            <a:fld id="{19B51A1E-902D-48AF-9020-955120F399B6}" type="slidenum">
              <a:rPr lang="en-ZA" smtClean="0"/>
              <a:pPr/>
              <a:t>2</a:t>
            </a:fld>
            <a:endParaRPr lang="en-ZA" dirty="0"/>
          </a:p>
        </p:txBody>
      </p:sp>
    </p:spTree>
    <p:extLst>
      <p:ext uri="{BB962C8B-B14F-4D97-AF65-F5344CB8AC3E}">
        <p14:creationId xmlns:p14="http://schemas.microsoft.com/office/powerpoint/2010/main" val="2243494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1BC98-4962-42BE-1658-4F386C99771F}"/>
              </a:ext>
            </a:extLst>
          </p:cNvPr>
          <p:cNvSpPr>
            <a:spLocks noGrp="1"/>
          </p:cNvSpPr>
          <p:nvPr>
            <p:ph type="title"/>
          </p:nvPr>
        </p:nvSpPr>
        <p:spPr>
          <a:xfrm>
            <a:off x="6853383" y="0"/>
            <a:ext cx="5153890" cy="1588655"/>
          </a:xfrm>
        </p:spPr>
        <p:txBody>
          <a:bodyPr>
            <a:normAutofit/>
          </a:bodyPr>
          <a:lstStyle/>
          <a:p>
            <a:r>
              <a:rPr lang="en-US" b="1" dirty="0"/>
              <a:t>What Happens Inside a Data Center?</a:t>
            </a:r>
          </a:p>
        </p:txBody>
      </p:sp>
      <p:sp>
        <p:nvSpPr>
          <p:cNvPr id="10" name="Date Placeholder 9">
            <a:extLst>
              <a:ext uri="{FF2B5EF4-FFF2-40B4-BE49-F238E27FC236}">
                <a16:creationId xmlns:a16="http://schemas.microsoft.com/office/drawing/2014/main" id="{7862C30E-40F5-359F-C73A-77938730B1E3}"/>
              </a:ext>
            </a:extLst>
          </p:cNvPr>
          <p:cNvSpPr>
            <a:spLocks noGrp="1"/>
          </p:cNvSpPr>
          <p:nvPr>
            <p:ph type="dt" sz="half" idx="10"/>
          </p:nvPr>
        </p:nvSpPr>
        <p:spPr/>
        <p:txBody>
          <a:bodyPr/>
          <a:lstStyle/>
          <a:p>
            <a:r>
              <a:rPr lang="en-US"/>
              <a:t>6/22/20XX</a:t>
            </a:r>
            <a:endParaRPr lang="en-US" dirty="0"/>
          </a:p>
        </p:txBody>
      </p:sp>
      <p:sp>
        <p:nvSpPr>
          <p:cNvPr id="12" name="Slide Number Placeholder 11">
            <a:extLst>
              <a:ext uri="{FF2B5EF4-FFF2-40B4-BE49-F238E27FC236}">
                <a16:creationId xmlns:a16="http://schemas.microsoft.com/office/drawing/2014/main" id="{6A37036A-FE14-48CB-DB4A-DD27C9B8591F}"/>
              </a:ext>
            </a:extLst>
          </p:cNvPr>
          <p:cNvSpPr>
            <a:spLocks noGrp="1"/>
          </p:cNvSpPr>
          <p:nvPr>
            <p:ph type="sldNum" sz="quarter" idx="12"/>
          </p:nvPr>
        </p:nvSpPr>
        <p:spPr/>
        <p:txBody>
          <a:bodyPr/>
          <a:lstStyle/>
          <a:p>
            <a:fld id="{B5CEABB6-07DC-46E8-9B57-56EC44A396E5}" type="slidenum">
              <a:rPr lang="en-US" smtClean="0"/>
              <a:pPr/>
              <a:t>3</a:t>
            </a:fld>
            <a:endParaRPr lang="en-US" dirty="0"/>
          </a:p>
        </p:txBody>
      </p:sp>
      <p:graphicFrame>
        <p:nvGraphicFramePr>
          <p:cNvPr id="27" name="Diagram 26">
            <a:extLst>
              <a:ext uri="{FF2B5EF4-FFF2-40B4-BE49-F238E27FC236}">
                <a16:creationId xmlns:a16="http://schemas.microsoft.com/office/drawing/2014/main" id="{28BCA0D0-C0D2-6264-0471-09B8164A13EA}"/>
              </a:ext>
            </a:extLst>
          </p:cNvPr>
          <p:cNvGraphicFramePr/>
          <p:nvPr>
            <p:extLst>
              <p:ext uri="{D42A27DB-BD31-4B8C-83A1-F6EECF244321}">
                <p14:modId xmlns:p14="http://schemas.microsoft.com/office/powerpoint/2010/main" val="705246773"/>
              </p:ext>
            </p:extLst>
          </p:nvPr>
        </p:nvGraphicFramePr>
        <p:xfrm>
          <a:off x="-576027" y="430214"/>
          <a:ext cx="6782274" cy="55287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2" name="TextBox 31">
            <a:extLst>
              <a:ext uri="{FF2B5EF4-FFF2-40B4-BE49-F238E27FC236}">
                <a16:creationId xmlns:a16="http://schemas.microsoft.com/office/drawing/2014/main" id="{ECD9E3DE-B1EC-C398-72EC-AA80DB4E8E88}"/>
              </a:ext>
            </a:extLst>
          </p:cNvPr>
          <p:cNvSpPr txBox="1"/>
          <p:nvPr/>
        </p:nvSpPr>
        <p:spPr>
          <a:xfrm>
            <a:off x="7139709" y="1847272"/>
            <a:ext cx="4867564" cy="3970318"/>
          </a:xfrm>
          <a:prstGeom prst="rect">
            <a:avLst/>
          </a:prstGeom>
          <a:noFill/>
        </p:spPr>
        <p:txBody>
          <a:bodyPr wrap="square" rtlCol="0">
            <a:spAutoFit/>
          </a:bodyPr>
          <a:lstStyle/>
          <a:p>
            <a:pPr marL="285750" indent="-285750">
              <a:buFont typeface="Wingdings" panose="05000000000000000000" pitchFamily="2" charset="2"/>
              <a:buChar char="§"/>
            </a:pPr>
            <a:r>
              <a:rPr lang="en-US" dirty="0"/>
              <a:t>User – The user Requests information or a service through a device</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dirty="0"/>
              <a:t>Internet - The request travels through the internet.</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dirty="0"/>
              <a:t>Data Center - The data center receives and manages the request.</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dirty="0"/>
              <a:t>Servers - Servers process the request and retrieve the required information.</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dirty="0"/>
              <a:t>Data / Services - The requested data or service is delivered back to the user.  </a:t>
            </a:r>
          </a:p>
        </p:txBody>
      </p:sp>
    </p:spTree>
    <p:extLst>
      <p:ext uri="{BB962C8B-B14F-4D97-AF65-F5344CB8AC3E}">
        <p14:creationId xmlns:p14="http://schemas.microsoft.com/office/powerpoint/2010/main" val="33612942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1530C-1AD0-5EF5-9C8C-BA827DD62936}"/>
              </a:ext>
            </a:extLst>
          </p:cNvPr>
          <p:cNvSpPr>
            <a:spLocks noGrp="1"/>
          </p:cNvSpPr>
          <p:nvPr>
            <p:ph type="title"/>
          </p:nvPr>
        </p:nvSpPr>
        <p:spPr>
          <a:xfrm>
            <a:off x="838200" y="1191071"/>
            <a:ext cx="10515600" cy="730093"/>
          </a:xfrm>
        </p:spPr>
        <p:txBody>
          <a:bodyPr>
            <a:normAutofit fontScale="90000"/>
          </a:bodyPr>
          <a:lstStyle/>
          <a:p>
            <a:r>
              <a:rPr lang="en-US" b="1" dirty="0"/>
              <a:t> Why Do Data Centers Consume So Much Energy?</a:t>
            </a:r>
            <a:br>
              <a:rPr lang="en-US" b="1" dirty="0"/>
            </a:br>
            <a:br>
              <a:rPr lang="en-US" dirty="0"/>
            </a:br>
            <a:endParaRPr lang="en-US" dirty="0"/>
          </a:p>
        </p:txBody>
      </p:sp>
      <p:sp>
        <p:nvSpPr>
          <p:cNvPr id="16" name="TextBox 15">
            <a:extLst>
              <a:ext uri="{FF2B5EF4-FFF2-40B4-BE49-F238E27FC236}">
                <a16:creationId xmlns:a16="http://schemas.microsoft.com/office/drawing/2014/main" id="{673A1A09-A612-F022-E7CA-57CBC16F5323}"/>
              </a:ext>
            </a:extLst>
          </p:cNvPr>
          <p:cNvSpPr txBox="1"/>
          <p:nvPr/>
        </p:nvSpPr>
        <p:spPr>
          <a:xfrm>
            <a:off x="902855" y="2505670"/>
            <a:ext cx="2422236" cy="1846659"/>
          </a:xfrm>
          <a:prstGeom prst="rect">
            <a:avLst/>
          </a:prstGeom>
          <a:noFill/>
        </p:spPr>
        <p:txBody>
          <a:bodyPr wrap="square" rtlCol="0">
            <a:spAutoFit/>
          </a:bodyPr>
          <a:lstStyle/>
          <a:p>
            <a:pPr marL="285750" indent="-285750">
              <a:buFont typeface="Arial" panose="020B0604020202020204" pitchFamily="34" charset="0"/>
              <a:buChar char="•"/>
            </a:pPr>
            <a:r>
              <a:rPr lang="en-US" b="1" dirty="0"/>
              <a:t>Servers run continuously</a:t>
            </a:r>
          </a:p>
          <a:p>
            <a:endParaRPr lang="en-US" b="1" dirty="0"/>
          </a:p>
          <a:p>
            <a:pPr algn="ctr"/>
            <a:r>
              <a:rPr lang="en-US" sz="2000" dirty="0"/>
              <a:t>Servers process and store data day and night.</a:t>
            </a:r>
          </a:p>
        </p:txBody>
      </p:sp>
      <p:sp>
        <p:nvSpPr>
          <p:cNvPr id="17" name="TextBox 16">
            <a:extLst>
              <a:ext uri="{FF2B5EF4-FFF2-40B4-BE49-F238E27FC236}">
                <a16:creationId xmlns:a16="http://schemas.microsoft.com/office/drawing/2014/main" id="{246B1580-38FF-6ECE-C7F4-87E3295E5F97}"/>
              </a:ext>
            </a:extLst>
          </p:cNvPr>
          <p:cNvSpPr txBox="1"/>
          <p:nvPr/>
        </p:nvSpPr>
        <p:spPr>
          <a:xfrm>
            <a:off x="3888509" y="2413307"/>
            <a:ext cx="2207491" cy="2862322"/>
          </a:xfrm>
          <a:prstGeom prst="rect">
            <a:avLst/>
          </a:prstGeom>
          <a:noFill/>
        </p:spPr>
        <p:txBody>
          <a:bodyPr wrap="square" rtlCol="0">
            <a:spAutoFit/>
          </a:bodyPr>
          <a:lstStyle/>
          <a:p>
            <a:pPr marL="285750" indent="-285750">
              <a:buFont typeface="Arial" panose="020B0604020202020204" pitchFamily="34" charset="0"/>
              <a:buChar char="•"/>
            </a:pPr>
            <a:r>
              <a:rPr lang="en-US" b="1" dirty="0"/>
              <a:t>Cooling is required</a:t>
            </a:r>
          </a:p>
          <a:p>
            <a:endParaRPr lang="en-US" b="1" dirty="0"/>
          </a:p>
          <a:p>
            <a:pPr lvl="0" algn="ctr"/>
            <a:r>
              <a:rPr lang="en-US" dirty="0"/>
              <a:t>Servers produce a lot of heat, so cooling systems keep them at a safe temperature.</a:t>
            </a:r>
          </a:p>
          <a:p>
            <a:br>
              <a:rPr lang="en-US" dirty="0"/>
            </a:br>
            <a:endParaRPr lang="en-US" dirty="0"/>
          </a:p>
        </p:txBody>
      </p:sp>
      <p:sp>
        <p:nvSpPr>
          <p:cNvPr id="18" name="TextBox 17">
            <a:extLst>
              <a:ext uri="{FF2B5EF4-FFF2-40B4-BE49-F238E27FC236}">
                <a16:creationId xmlns:a16="http://schemas.microsoft.com/office/drawing/2014/main" id="{5781E437-E3B5-E10F-9866-03BF57859531}"/>
              </a:ext>
            </a:extLst>
          </p:cNvPr>
          <p:cNvSpPr txBox="1"/>
          <p:nvPr/>
        </p:nvSpPr>
        <p:spPr>
          <a:xfrm>
            <a:off x="6403110" y="2413307"/>
            <a:ext cx="2207490" cy="2862322"/>
          </a:xfrm>
          <a:prstGeom prst="rect">
            <a:avLst/>
          </a:prstGeom>
          <a:noFill/>
        </p:spPr>
        <p:txBody>
          <a:bodyPr wrap="square" rtlCol="0">
            <a:spAutoFit/>
          </a:bodyPr>
          <a:lstStyle/>
          <a:p>
            <a:pPr marL="285750" indent="-285750">
              <a:buFont typeface="Arial" panose="020B0604020202020204" pitchFamily="34" charset="0"/>
              <a:buChar char="•"/>
            </a:pPr>
            <a:r>
              <a:rPr lang="en-US" b="1" dirty="0"/>
              <a:t>Power &amp; backup systems</a:t>
            </a:r>
          </a:p>
          <a:p>
            <a:endParaRPr lang="en-US" b="1" dirty="0"/>
          </a:p>
          <a:p>
            <a:pPr algn="ctr"/>
            <a:r>
              <a:rPr lang="en-US" dirty="0"/>
              <a:t>Data centers need reliable electricity, batteries, and sometimes generators to avoid service interruptions.</a:t>
            </a:r>
          </a:p>
        </p:txBody>
      </p:sp>
      <p:sp>
        <p:nvSpPr>
          <p:cNvPr id="20" name="TextBox 19">
            <a:extLst>
              <a:ext uri="{FF2B5EF4-FFF2-40B4-BE49-F238E27FC236}">
                <a16:creationId xmlns:a16="http://schemas.microsoft.com/office/drawing/2014/main" id="{11690DF2-35B1-367A-D922-123F4E0C1F49}"/>
              </a:ext>
            </a:extLst>
          </p:cNvPr>
          <p:cNvSpPr txBox="1"/>
          <p:nvPr/>
        </p:nvSpPr>
        <p:spPr>
          <a:xfrm>
            <a:off x="9208655" y="2413307"/>
            <a:ext cx="2080490" cy="2862322"/>
          </a:xfrm>
          <a:prstGeom prst="rect">
            <a:avLst/>
          </a:prstGeom>
          <a:noFill/>
        </p:spPr>
        <p:txBody>
          <a:bodyPr wrap="square" rtlCol="0">
            <a:spAutoFit/>
          </a:bodyPr>
          <a:lstStyle/>
          <a:p>
            <a:pPr marL="285750" indent="-285750">
              <a:buFont typeface="Arial" panose="020B0604020202020204" pitchFamily="34" charset="0"/>
              <a:buChar char="•"/>
            </a:pPr>
            <a:r>
              <a:rPr lang="en-US" b="1" dirty="0"/>
              <a:t>Growing digital demand</a:t>
            </a:r>
          </a:p>
          <a:p>
            <a:endParaRPr lang="en-US" b="1" dirty="0"/>
          </a:p>
          <a:p>
            <a:pPr algn="ctr"/>
            <a:r>
              <a:rPr lang="en-US" dirty="0"/>
              <a:t>Cloud computing, video streaming, AI, and other digital services require increasing amounts of computing power.</a:t>
            </a:r>
          </a:p>
        </p:txBody>
      </p:sp>
    </p:spTree>
    <p:extLst>
      <p:ext uri="{BB962C8B-B14F-4D97-AF65-F5344CB8AC3E}">
        <p14:creationId xmlns:p14="http://schemas.microsoft.com/office/powerpoint/2010/main" val="2217710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F828F-D007-1558-C5F1-317CCF6CBC54}"/>
              </a:ext>
            </a:extLst>
          </p:cNvPr>
          <p:cNvSpPr>
            <a:spLocks noGrp="1"/>
          </p:cNvSpPr>
          <p:nvPr>
            <p:ph type="title"/>
          </p:nvPr>
        </p:nvSpPr>
        <p:spPr>
          <a:xfrm>
            <a:off x="838200" y="461818"/>
            <a:ext cx="10515600" cy="1325563"/>
          </a:xfrm>
        </p:spPr>
        <p:txBody>
          <a:bodyPr/>
          <a:lstStyle/>
          <a:p>
            <a:r>
              <a:rPr lang="en-US" b="1" dirty="0"/>
              <a:t>Growth in Data Center Electricity Demand</a:t>
            </a:r>
            <a:endParaRPr lang="en-US" dirty="0"/>
          </a:p>
        </p:txBody>
      </p:sp>
      <p:sp>
        <p:nvSpPr>
          <p:cNvPr id="4" name="Footer Placeholder 3">
            <a:extLst>
              <a:ext uri="{FF2B5EF4-FFF2-40B4-BE49-F238E27FC236}">
                <a16:creationId xmlns:a16="http://schemas.microsoft.com/office/drawing/2014/main" id="{652AD181-89C0-8CAA-F8F0-7013003FA40E}"/>
              </a:ext>
            </a:extLst>
          </p:cNvPr>
          <p:cNvSpPr>
            <a:spLocks noGrp="1"/>
          </p:cNvSpPr>
          <p:nvPr>
            <p:ph type="ftr" sz="quarter" idx="10"/>
          </p:nvPr>
        </p:nvSpPr>
        <p:spPr/>
        <p:txBody>
          <a:bodyPr/>
          <a:lstStyle/>
          <a:p>
            <a:r>
              <a:rPr lang="en-ZA"/>
              <a:t>Pitch deck</a:t>
            </a:r>
            <a:endParaRPr lang="en-ZA" dirty="0"/>
          </a:p>
        </p:txBody>
      </p:sp>
      <p:sp>
        <p:nvSpPr>
          <p:cNvPr id="5" name="Slide Number Placeholder 4">
            <a:extLst>
              <a:ext uri="{FF2B5EF4-FFF2-40B4-BE49-F238E27FC236}">
                <a16:creationId xmlns:a16="http://schemas.microsoft.com/office/drawing/2014/main" id="{CEA7B838-0E56-63AC-9928-E3DAAB4DDE10}"/>
              </a:ext>
            </a:extLst>
          </p:cNvPr>
          <p:cNvSpPr>
            <a:spLocks noGrp="1"/>
          </p:cNvSpPr>
          <p:nvPr>
            <p:ph type="sldNum" sz="quarter" idx="11"/>
          </p:nvPr>
        </p:nvSpPr>
        <p:spPr/>
        <p:txBody>
          <a:bodyPr/>
          <a:lstStyle/>
          <a:p>
            <a:fld id="{19B51A1E-902D-48AF-9020-955120F399B6}" type="slidenum">
              <a:rPr lang="en-ZA" smtClean="0"/>
              <a:pPr/>
              <a:t>5</a:t>
            </a:fld>
            <a:endParaRPr lang="en-ZA" dirty="0"/>
          </a:p>
        </p:txBody>
      </p:sp>
      <p:sp>
        <p:nvSpPr>
          <p:cNvPr id="6" name="Date Placeholder 5">
            <a:extLst>
              <a:ext uri="{FF2B5EF4-FFF2-40B4-BE49-F238E27FC236}">
                <a16:creationId xmlns:a16="http://schemas.microsoft.com/office/drawing/2014/main" id="{C66E46BB-6E31-834A-60F5-932E69336F84}"/>
              </a:ext>
            </a:extLst>
          </p:cNvPr>
          <p:cNvSpPr>
            <a:spLocks noGrp="1"/>
          </p:cNvSpPr>
          <p:nvPr>
            <p:ph type="dt" sz="half" idx="2"/>
          </p:nvPr>
        </p:nvSpPr>
        <p:spPr/>
        <p:txBody>
          <a:bodyPr/>
          <a:lstStyle/>
          <a:p>
            <a:r>
              <a:rPr lang="en-US"/>
              <a:t>6/22/20XX</a:t>
            </a:r>
            <a:endParaRPr lang="en-US" dirty="0"/>
          </a:p>
        </p:txBody>
      </p:sp>
      <p:pic>
        <p:nvPicPr>
          <p:cNvPr id="8" name="Picture 7">
            <a:extLst>
              <a:ext uri="{FF2B5EF4-FFF2-40B4-BE49-F238E27FC236}">
                <a16:creationId xmlns:a16="http://schemas.microsoft.com/office/drawing/2014/main" id="{97989915-D754-043B-AEE3-643F5D8BAE91}"/>
              </a:ext>
            </a:extLst>
          </p:cNvPr>
          <p:cNvPicPr>
            <a:picLocks noChangeAspect="1"/>
          </p:cNvPicPr>
          <p:nvPr/>
        </p:nvPicPr>
        <p:blipFill>
          <a:blip r:embed="rId2"/>
          <a:stretch>
            <a:fillRect/>
          </a:stretch>
        </p:blipFill>
        <p:spPr>
          <a:xfrm>
            <a:off x="1847272" y="1422399"/>
            <a:ext cx="8368145" cy="479367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51233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Placeholder 12">
            <a:extLst>
              <a:ext uri="{FF2B5EF4-FFF2-40B4-BE49-F238E27FC236}">
                <a16:creationId xmlns:a16="http://schemas.microsoft.com/office/drawing/2014/main" id="{F1C2BE4B-E482-42FA-A56B-7095553DA557}"/>
              </a:ext>
            </a:extLst>
          </p:cNvPr>
          <p:cNvPicPr>
            <a:picLocks noGrp="1" noChangeAspect="1"/>
          </p:cNvPicPr>
          <p:nvPr>
            <p:ph type="pic" sz="quarter" idx="13"/>
          </p:nvPr>
        </p:nvPicPr>
        <p:blipFill>
          <a:blip r:embed="rId2"/>
          <a:srcRect/>
          <a:stretch/>
        </p:blipFill>
        <p:spPr>
          <a:xfrm>
            <a:off x="3644300" y="266559"/>
            <a:ext cx="4710545" cy="6584950"/>
          </a:xfrm>
        </p:spPr>
      </p:pic>
      <p:sp>
        <p:nvSpPr>
          <p:cNvPr id="2" name="Title 1">
            <a:extLst>
              <a:ext uri="{FF2B5EF4-FFF2-40B4-BE49-F238E27FC236}">
                <a16:creationId xmlns:a16="http://schemas.microsoft.com/office/drawing/2014/main" id="{7291CFAB-A735-4A31-A51D-42FE1F5E94E0}"/>
              </a:ext>
            </a:extLst>
          </p:cNvPr>
          <p:cNvSpPr>
            <a:spLocks noGrp="1"/>
          </p:cNvSpPr>
          <p:nvPr>
            <p:ph type="title"/>
          </p:nvPr>
        </p:nvSpPr>
        <p:spPr>
          <a:xfrm>
            <a:off x="838200" y="365125"/>
            <a:ext cx="10515600" cy="1325563"/>
          </a:xfrm>
        </p:spPr>
        <p:txBody>
          <a:bodyPr/>
          <a:lstStyle/>
          <a:p>
            <a:r>
              <a:rPr lang="en-US" b="1" dirty="0"/>
              <a:t> How Do Data Centers Impact Climate?</a:t>
            </a:r>
          </a:p>
        </p:txBody>
      </p:sp>
      <p:sp>
        <p:nvSpPr>
          <p:cNvPr id="4" name="Content Placeholder 3">
            <a:extLst>
              <a:ext uri="{FF2B5EF4-FFF2-40B4-BE49-F238E27FC236}">
                <a16:creationId xmlns:a16="http://schemas.microsoft.com/office/drawing/2014/main" id="{8421587F-8DFD-4A31-9931-8A346A92D87A}"/>
              </a:ext>
            </a:extLst>
          </p:cNvPr>
          <p:cNvSpPr>
            <a:spLocks noGrp="1"/>
          </p:cNvSpPr>
          <p:nvPr>
            <p:ph type="body" sz="quarter" idx="33"/>
          </p:nvPr>
        </p:nvSpPr>
        <p:spPr>
          <a:xfrm>
            <a:off x="460686" y="1690688"/>
            <a:ext cx="1794118" cy="686372"/>
          </a:xfrm>
        </p:spPr>
        <p:txBody>
          <a:bodyPr vert="horz" lIns="91440" tIns="45720" rIns="91440" bIns="45720" rtlCol="0" anchor="t">
            <a:normAutofit/>
          </a:bodyPr>
          <a:lstStyle/>
          <a:p>
            <a:r>
              <a:rPr lang="en-US" sz="2000" b="1" dirty="0"/>
              <a:t>High Energy Consumption:</a:t>
            </a:r>
            <a:endParaRPr lang="en-ZA" sz="2000" b="1" dirty="0"/>
          </a:p>
        </p:txBody>
      </p:sp>
      <p:sp>
        <p:nvSpPr>
          <p:cNvPr id="5" name="Text Placeholder 4">
            <a:extLst>
              <a:ext uri="{FF2B5EF4-FFF2-40B4-BE49-F238E27FC236}">
                <a16:creationId xmlns:a16="http://schemas.microsoft.com/office/drawing/2014/main" id="{116537D5-4FEF-4664-81C1-2C05E3127183}"/>
              </a:ext>
            </a:extLst>
          </p:cNvPr>
          <p:cNvSpPr>
            <a:spLocks noGrp="1"/>
          </p:cNvSpPr>
          <p:nvPr>
            <p:ph type="body" sz="quarter" idx="34"/>
          </p:nvPr>
        </p:nvSpPr>
        <p:spPr>
          <a:xfrm>
            <a:off x="135682" y="2333688"/>
            <a:ext cx="3011053" cy="1589272"/>
          </a:xfrm>
        </p:spPr>
        <p:txBody>
          <a:bodyPr>
            <a:noAutofit/>
          </a:bodyPr>
          <a:lstStyle/>
          <a:p>
            <a:r>
              <a:rPr lang="en-ZA" dirty="0"/>
              <a:t> </a:t>
            </a:r>
            <a:r>
              <a:rPr lang="en-US" sz="1400" dirty="0"/>
              <a:t>Thousands of active servers run continuously and require immense power, which often strains local electrical grids. When this electricity comes from fossil fuels like coal and natural gas, it releases millions of tons of carbon dioxide into the atmosphere.</a:t>
            </a:r>
          </a:p>
        </p:txBody>
      </p:sp>
      <p:sp>
        <p:nvSpPr>
          <p:cNvPr id="6" name="Text Placeholder 5">
            <a:extLst>
              <a:ext uri="{FF2B5EF4-FFF2-40B4-BE49-F238E27FC236}">
                <a16:creationId xmlns:a16="http://schemas.microsoft.com/office/drawing/2014/main" id="{6C1DC5DE-A938-4B19-9529-EF9420C827CC}"/>
              </a:ext>
            </a:extLst>
          </p:cNvPr>
          <p:cNvSpPr>
            <a:spLocks noGrp="1"/>
          </p:cNvSpPr>
          <p:nvPr>
            <p:ph type="body" sz="quarter" idx="35"/>
          </p:nvPr>
        </p:nvSpPr>
        <p:spPr>
          <a:xfrm>
            <a:off x="174982" y="4713356"/>
            <a:ext cx="2589600" cy="360000"/>
          </a:xfrm>
        </p:spPr>
        <p:txBody>
          <a:bodyPr>
            <a:noAutofit/>
          </a:bodyPr>
          <a:lstStyle/>
          <a:p>
            <a:r>
              <a:rPr lang="en-US" sz="2000" b="1" dirty="0"/>
              <a:t>Water consumption</a:t>
            </a:r>
            <a:endParaRPr lang="en-US" sz="2000" dirty="0"/>
          </a:p>
        </p:txBody>
      </p:sp>
      <p:sp>
        <p:nvSpPr>
          <p:cNvPr id="7" name="Text Placeholder 6">
            <a:extLst>
              <a:ext uri="{FF2B5EF4-FFF2-40B4-BE49-F238E27FC236}">
                <a16:creationId xmlns:a16="http://schemas.microsoft.com/office/drawing/2014/main" id="{A21BDD33-CAD9-4927-AB65-90B332429452}"/>
              </a:ext>
            </a:extLst>
          </p:cNvPr>
          <p:cNvSpPr>
            <a:spLocks noGrp="1"/>
          </p:cNvSpPr>
          <p:nvPr>
            <p:ph type="body" sz="quarter" idx="36"/>
          </p:nvPr>
        </p:nvSpPr>
        <p:spPr>
          <a:xfrm>
            <a:off x="243677" y="5167312"/>
            <a:ext cx="2589600" cy="1034115"/>
          </a:xfrm>
        </p:spPr>
        <p:txBody>
          <a:bodyPr>
            <a:normAutofit/>
          </a:bodyPr>
          <a:lstStyle/>
          <a:p>
            <a:r>
              <a:rPr lang="en-US" sz="1400" dirty="0"/>
              <a:t>Some cooling systems use significant amounts of water.</a:t>
            </a:r>
          </a:p>
        </p:txBody>
      </p:sp>
      <p:sp>
        <p:nvSpPr>
          <p:cNvPr id="8" name="Text Placeholder 7">
            <a:extLst>
              <a:ext uri="{FF2B5EF4-FFF2-40B4-BE49-F238E27FC236}">
                <a16:creationId xmlns:a16="http://schemas.microsoft.com/office/drawing/2014/main" id="{1733CDA7-336E-4E02-B96B-4F2DADBE084D}"/>
              </a:ext>
            </a:extLst>
          </p:cNvPr>
          <p:cNvSpPr>
            <a:spLocks noGrp="1"/>
          </p:cNvSpPr>
          <p:nvPr>
            <p:ph type="body" sz="quarter" idx="37"/>
          </p:nvPr>
        </p:nvSpPr>
        <p:spPr>
          <a:xfrm>
            <a:off x="8635653" y="1857092"/>
            <a:ext cx="2589600" cy="360000"/>
          </a:xfrm>
        </p:spPr>
        <p:txBody>
          <a:bodyPr>
            <a:noAutofit/>
          </a:bodyPr>
          <a:lstStyle/>
          <a:p>
            <a:r>
              <a:rPr lang="en-US" sz="2000" b="1" dirty="0"/>
              <a:t>E-waste</a:t>
            </a:r>
            <a:endParaRPr lang="en-US" sz="2000" dirty="0"/>
          </a:p>
        </p:txBody>
      </p:sp>
      <p:sp>
        <p:nvSpPr>
          <p:cNvPr id="9" name="Text Placeholder 8">
            <a:extLst>
              <a:ext uri="{FF2B5EF4-FFF2-40B4-BE49-F238E27FC236}">
                <a16:creationId xmlns:a16="http://schemas.microsoft.com/office/drawing/2014/main" id="{1079947F-8167-49E5-9FB8-4518041AB66E}"/>
              </a:ext>
            </a:extLst>
          </p:cNvPr>
          <p:cNvSpPr>
            <a:spLocks noGrp="1"/>
          </p:cNvSpPr>
          <p:nvPr>
            <p:ph type="body" sz="quarter" idx="38"/>
          </p:nvPr>
        </p:nvSpPr>
        <p:spPr>
          <a:xfrm>
            <a:off x="8751108" y="2235218"/>
            <a:ext cx="2589600" cy="861420"/>
          </a:xfrm>
        </p:spPr>
        <p:txBody>
          <a:bodyPr>
            <a:normAutofit/>
          </a:bodyPr>
          <a:lstStyle/>
          <a:p>
            <a:r>
              <a:rPr lang="en-US" sz="1400" dirty="0"/>
              <a:t>Old servers and electronic equipment need responsible disposal.</a:t>
            </a:r>
          </a:p>
        </p:txBody>
      </p:sp>
      <p:sp>
        <p:nvSpPr>
          <p:cNvPr id="10" name="Text Placeholder 9">
            <a:extLst>
              <a:ext uri="{FF2B5EF4-FFF2-40B4-BE49-F238E27FC236}">
                <a16:creationId xmlns:a16="http://schemas.microsoft.com/office/drawing/2014/main" id="{B7BACDC5-1452-40B4-B2AA-2B4FB4BC0A18}"/>
              </a:ext>
            </a:extLst>
          </p:cNvPr>
          <p:cNvSpPr>
            <a:spLocks noGrp="1"/>
          </p:cNvSpPr>
          <p:nvPr>
            <p:ph type="body" sz="quarter" idx="39"/>
          </p:nvPr>
        </p:nvSpPr>
        <p:spPr>
          <a:xfrm>
            <a:off x="8852410" y="4282646"/>
            <a:ext cx="2589600" cy="360000"/>
          </a:xfrm>
        </p:spPr>
        <p:txBody>
          <a:bodyPr/>
          <a:lstStyle/>
          <a:p>
            <a:r>
              <a:rPr lang="en-US" b="1" dirty="0"/>
              <a:t>Energy demand</a:t>
            </a:r>
            <a:endParaRPr lang="en-US" dirty="0"/>
          </a:p>
        </p:txBody>
      </p:sp>
      <p:sp>
        <p:nvSpPr>
          <p:cNvPr id="11" name="Text Placeholder 10">
            <a:extLst>
              <a:ext uri="{FF2B5EF4-FFF2-40B4-BE49-F238E27FC236}">
                <a16:creationId xmlns:a16="http://schemas.microsoft.com/office/drawing/2014/main" id="{21D2ECED-459E-4CC1-93F2-57BBD079EF15}"/>
              </a:ext>
            </a:extLst>
          </p:cNvPr>
          <p:cNvSpPr>
            <a:spLocks noGrp="1"/>
          </p:cNvSpPr>
          <p:nvPr>
            <p:ph type="body" sz="quarter" idx="40"/>
          </p:nvPr>
        </p:nvSpPr>
        <p:spPr>
          <a:xfrm>
            <a:off x="8883673" y="4713356"/>
            <a:ext cx="2589600" cy="861420"/>
          </a:xfrm>
        </p:spPr>
        <p:txBody>
          <a:bodyPr>
            <a:noAutofit/>
          </a:bodyPr>
          <a:lstStyle/>
          <a:p>
            <a:r>
              <a:rPr lang="en-US" sz="1400" dirty="0"/>
              <a:t>Growing digital services increase electricity requirements.</a:t>
            </a:r>
          </a:p>
        </p:txBody>
      </p:sp>
      <p:pic>
        <p:nvPicPr>
          <p:cNvPr id="30" name="Graphic 29" descr="Lightning bolt with solid fill">
            <a:extLst>
              <a:ext uri="{FF2B5EF4-FFF2-40B4-BE49-F238E27FC236}">
                <a16:creationId xmlns:a16="http://schemas.microsoft.com/office/drawing/2014/main" id="{0E559665-9691-0082-10FB-21174F745C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0182" y="1576674"/>
            <a:ext cx="914400" cy="914400"/>
          </a:xfrm>
          <a:prstGeom prst="rect">
            <a:avLst/>
          </a:prstGeom>
        </p:spPr>
      </p:pic>
      <p:pic>
        <p:nvPicPr>
          <p:cNvPr id="32" name="Graphic 31" descr="Water with solid fill">
            <a:extLst>
              <a:ext uri="{FF2B5EF4-FFF2-40B4-BE49-F238E27FC236}">
                <a16:creationId xmlns:a16="http://schemas.microsoft.com/office/drawing/2014/main" id="{2DC617F3-E74B-72C6-7D93-4E012963CA0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69636" y="4440853"/>
            <a:ext cx="914400" cy="914400"/>
          </a:xfrm>
          <a:prstGeom prst="rect">
            <a:avLst/>
          </a:prstGeom>
        </p:spPr>
      </p:pic>
      <p:pic>
        <p:nvPicPr>
          <p:cNvPr id="35" name="Graphic 34" descr="Arrow circle with solid fill">
            <a:extLst>
              <a:ext uri="{FF2B5EF4-FFF2-40B4-BE49-F238E27FC236}">
                <a16:creationId xmlns:a16="http://schemas.microsoft.com/office/drawing/2014/main" id="{CABD740D-083B-06DE-2167-4D325D468A7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246545" y="1516863"/>
            <a:ext cx="914400" cy="914400"/>
          </a:xfrm>
          <a:prstGeom prst="rect">
            <a:avLst/>
          </a:prstGeom>
        </p:spPr>
      </p:pic>
      <p:pic>
        <p:nvPicPr>
          <p:cNvPr id="37" name="Graphic 36" descr="Lightning bolt with solid fill">
            <a:extLst>
              <a:ext uri="{FF2B5EF4-FFF2-40B4-BE49-F238E27FC236}">
                <a16:creationId xmlns:a16="http://schemas.microsoft.com/office/drawing/2014/main" id="{8C8E4158-CCD9-331B-8D80-89177DE106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768053" y="3922960"/>
            <a:ext cx="914400" cy="914400"/>
          </a:xfrm>
          <a:prstGeom prst="rect">
            <a:avLst/>
          </a:prstGeom>
        </p:spPr>
      </p:pic>
    </p:spTree>
    <p:extLst>
      <p:ext uri="{BB962C8B-B14F-4D97-AF65-F5344CB8AC3E}">
        <p14:creationId xmlns:p14="http://schemas.microsoft.com/office/powerpoint/2010/main" val="6279115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3F106-4EA7-BBB5-BC71-A3DBEF85C651}"/>
              </a:ext>
            </a:extLst>
          </p:cNvPr>
          <p:cNvSpPr>
            <a:spLocks noGrp="1"/>
          </p:cNvSpPr>
          <p:nvPr>
            <p:ph type="title"/>
          </p:nvPr>
        </p:nvSpPr>
        <p:spPr>
          <a:xfrm>
            <a:off x="838200" y="723529"/>
            <a:ext cx="10515600" cy="1382361"/>
          </a:xfrm>
        </p:spPr>
        <p:txBody>
          <a:bodyPr>
            <a:normAutofit fontScale="90000"/>
          </a:bodyPr>
          <a:lstStyle/>
          <a:p>
            <a:r>
              <a:rPr lang="en-US" b="1" dirty="0"/>
              <a:t>Strategies to Reduce the Climate Impact</a:t>
            </a:r>
            <a:br>
              <a:rPr lang="en-US" b="1" dirty="0"/>
            </a:br>
            <a:br>
              <a:rPr lang="en-US" b="1" dirty="0"/>
            </a:br>
            <a:endParaRPr lang="en-US" dirty="0"/>
          </a:p>
        </p:txBody>
      </p:sp>
      <p:sp>
        <p:nvSpPr>
          <p:cNvPr id="5" name="Text Placeholder 4">
            <a:extLst>
              <a:ext uri="{FF2B5EF4-FFF2-40B4-BE49-F238E27FC236}">
                <a16:creationId xmlns:a16="http://schemas.microsoft.com/office/drawing/2014/main" id="{E18013B8-1ABF-B8FC-A6E6-87B01B8C6D95}"/>
              </a:ext>
            </a:extLst>
          </p:cNvPr>
          <p:cNvSpPr>
            <a:spLocks noGrp="1"/>
          </p:cNvSpPr>
          <p:nvPr>
            <p:ph type="body" sz="quarter" idx="33"/>
          </p:nvPr>
        </p:nvSpPr>
        <p:spPr>
          <a:xfrm>
            <a:off x="838200" y="3971432"/>
            <a:ext cx="2237509" cy="591332"/>
          </a:xfrm>
        </p:spPr>
        <p:txBody>
          <a:bodyPr>
            <a:normAutofit fontScale="32500" lnSpcReduction="20000"/>
          </a:bodyPr>
          <a:lstStyle/>
          <a:p>
            <a:r>
              <a:rPr lang="en-US" sz="7200" b="1" dirty="0"/>
              <a:t>Reduce Water </a:t>
            </a:r>
            <a:r>
              <a:rPr lang="en-US" sz="7200" b="1" dirty="0">
                <a:latin typeface="Times New Roman" panose="02020603050405020304" pitchFamily="18" charset="0"/>
                <a:cs typeface="Times New Roman" panose="02020603050405020304" pitchFamily="18" charset="0"/>
              </a:rPr>
              <a:t>Consumption</a:t>
            </a:r>
          </a:p>
          <a:p>
            <a:endParaRPr lang="en-US" dirty="0"/>
          </a:p>
        </p:txBody>
      </p:sp>
      <p:sp>
        <p:nvSpPr>
          <p:cNvPr id="6" name="Text Placeholder 5">
            <a:extLst>
              <a:ext uri="{FF2B5EF4-FFF2-40B4-BE49-F238E27FC236}">
                <a16:creationId xmlns:a16="http://schemas.microsoft.com/office/drawing/2014/main" id="{B8A5E625-5A66-BBE4-AD9D-39924785746E}"/>
              </a:ext>
            </a:extLst>
          </p:cNvPr>
          <p:cNvSpPr>
            <a:spLocks noGrp="1"/>
          </p:cNvSpPr>
          <p:nvPr>
            <p:ph type="body" sz="quarter" idx="34"/>
          </p:nvPr>
        </p:nvSpPr>
        <p:spPr>
          <a:xfrm>
            <a:off x="981075" y="4644389"/>
            <a:ext cx="1980000" cy="2125866"/>
          </a:xfrm>
        </p:spPr>
        <p:txBody>
          <a:bodyPr>
            <a:normAutofit/>
          </a:bodyPr>
          <a:lstStyle/>
          <a:p>
            <a:pPr marL="171450" indent="-171450" algn="l">
              <a:buFont typeface="Arial" panose="020B0604020202020204" pitchFamily="34" charset="0"/>
              <a:buChar char="•"/>
            </a:pPr>
            <a:r>
              <a:rPr lang="en-US" sz="1500" dirty="0"/>
              <a:t>Use cooling systems that require less freshwater.</a:t>
            </a:r>
          </a:p>
          <a:p>
            <a:pPr marL="171450" indent="-171450" algn="l">
              <a:buFont typeface="Arial" panose="020B0604020202020204" pitchFamily="34" charset="0"/>
              <a:buChar char="•"/>
            </a:pPr>
            <a:r>
              <a:rPr lang="en-US" sz="1500" dirty="0"/>
              <a:t>Choose cooling methods based on local water availability.</a:t>
            </a:r>
          </a:p>
          <a:p>
            <a:pPr marL="171450" indent="-171450" algn="l">
              <a:buFont typeface="Arial" panose="020B0604020202020204" pitchFamily="34" charset="0"/>
              <a:buChar char="•"/>
            </a:pPr>
            <a:endParaRPr lang="en-US" sz="1500" dirty="0"/>
          </a:p>
          <a:p>
            <a:pPr marL="171450" indent="-171450" algn="l">
              <a:buFont typeface="Arial" panose="020B0604020202020204" pitchFamily="34" charset="0"/>
              <a:buChar char="•"/>
            </a:pPr>
            <a:endParaRPr lang="en-US" dirty="0"/>
          </a:p>
          <a:p>
            <a:pPr algn="l"/>
            <a:endParaRPr lang="en-US" dirty="0"/>
          </a:p>
        </p:txBody>
      </p:sp>
      <p:sp>
        <p:nvSpPr>
          <p:cNvPr id="7" name="Text Placeholder 6">
            <a:extLst>
              <a:ext uri="{FF2B5EF4-FFF2-40B4-BE49-F238E27FC236}">
                <a16:creationId xmlns:a16="http://schemas.microsoft.com/office/drawing/2014/main" id="{E4851E13-A35D-F364-0EA1-DF63526ADF31}"/>
              </a:ext>
            </a:extLst>
          </p:cNvPr>
          <p:cNvSpPr>
            <a:spLocks noGrp="1"/>
          </p:cNvSpPr>
          <p:nvPr>
            <p:ph type="body" sz="quarter" idx="35"/>
          </p:nvPr>
        </p:nvSpPr>
        <p:spPr>
          <a:xfrm>
            <a:off x="3288146" y="3888510"/>
            <a:ext cx="2807854" cy="863602"/>
          </a:xfrm>
        </p:spPr>
        <p:txBody>
          <a:bodyPr>
            <a:noAutofit/>
          </a:bodyPr>
          <a:lstStyle/>
          <a:p>
            <a:r>
              <a:rPr lang="en-US" sz="2300" b="1" dirty="0">
                <a:latin typeface="Times New Roman" panose="02020603050405020304" pitchFamily="18" charset="0"/>
                <a:cs typeface="Times New Roman" panose="02020603050405020304" pitchFamily="18" charset="0"/>
              </a:rPr>
              <a:t>Use Renewable Energy</a:t>
            </a:r>
          </a:p>
          <a:p>
            <a:endParaRPr lang="en-US" sz="2300" dirty="0"/>
          </a:p>
        </p:txBody>
      </p:sp>
      <p:sp>
        <p:nvSpPr>
          <p:cNvPr id="8" name="Text Placeholder 7">
            <a:extLst>
              <a:ext uri="{FF2B5EF4-FFF2-40B4-BE49-F238E27FC236}">
                <a16:creationId xmlns:a16="http://schemas.microsoft.com/office/drawing/2014/main" id="{9DF3A3B4-F86A-E67D-45FE-AE2EE50B66BD}"/>
              </a:ext>
            </a:extLst>
          </p:cNvPr>
          <p:cNvSpPr>
            <a:spLocks noGrp="1"/>
          </p:cNvSpPr>
          <p:nvPr>
            <p:ph type="body" sz="quarter" idx="36"/>
          </p:nvPr>
        </p:nvSpPr>
        <p:spPr/>
        <p:txBody>
          <a:bodyPr>
            <a:normAutofit/>
          </a:bodyPr>
          <a:lstStyle/>
          <a:p>
            <a:r>
              <a:rPr lang="en-US" sz="1500" dirty="0"/>
              <a:t>Power data centers using </a:t>
            </a:r>
            <a:r>
              <a:rPr lang="en-US" sz="1500" b="1" dirty="0"/>
              <a:t>solar, wind, hydro, and other low-carbon electricity sources</a:t>
            </a:r>
            <a:r>
              <a:rPr lang="en-US" sz="1500" dirty="0"/>
              <a:t> instead of fossil fuels.</a:t>
            </a:r>
          </a:p>
        </p:txBody>
      </p:sp>
      <p:sp>
        <p:nvSpPr>
          <p:cNvPr id="9" name="Text Placeholder 8">
            <a:extLst>
              <a:ext uri="{FF2B5EF4-FFF2-40B4-BE49-F238E27FC236}">
                <a16:creationId xmlns:a16="http://schemas.microsoft.com/office/drawing/2014/main" id="{597A9690-E0C8-B367-C841-FD7122ABF44B}"/>
              </a:ext>
            </a:extLst>
          </p:cNvPr>
          <p:cNvSpPr>
            <a:spLocks noGrp="1"/>
          </p:cNvSpPr>
          <p:nvPr>
            <p:ph type="body" sz="quarter" idx="37"/>
          </p:nvPr>
        </p:nvSpPr>
        <p:spPr/>
        <p:txBody>
          <a:bodyPr>
            <a:normAutofit fontScale="25000" lnSpcReduction="20000"/>
          </a:bodyPr>
          <a:lstStyle/>
          <a:p>
            <a:r>
              <a:rPr lang="en-US" sz="7100" b="1" dirty="0">
                <a:latin typeface="Times New Roman" panose="02020603050405020304" pitchFamily="18" charset="0"/>
                <a:cs typeface="Times New Roman" panose="02020603050405020304" pitchFamily="18" charset="0"/>
              </a:rPr>
              <a:t>Reduce Electronic Waste</a:t>
            </a:r>
          </a:p>
          <a:p>
            <a:endParaRPr lang="en-US" dirty="0"/>
          </a:p>
        </p:txBody>
      </p:sp>
      <p:sp>
        <p:nvSpPr>
          <p:cNvPr id="10" name="Text Placeholder 9">
            <a:extLst>
              <a:ext uri="{FF2B5EF4-FFF2-40B4-BE49-F238E27FC236}">
                <a16:creationId xmlns:a16="http://schemas.microsoft.com/office/drawing/2014/main" id="{8382A0F7-B5D1-E44D-2DF6-682336F76615}"/>
              </a:ext>
            </a:extLst>
          </p:cNvPr>
          <p:cNvSpPr>
            <a:spLocks noGrp="1"/>
          </p:cNvSpPr>
          <p:nvPr>
            <p:ph type="body" sz="quarter" idx="38"/>
          </p:nvPr>
        </p:nvSpPr>
        <p:spPr/>
        <p:txBody>
          <a:bodyPr>
            <a:noAutofit/>
          </a:bodyPr>
          <a:lstStyle/>
          <a:p>
            <a:pPr marL="171450" indent="-171450" algn="l">
              <a:buFont typeface="Arial" panose="020B0604020202020204" pitchFamily="34" charset="0"/>
              <a:buChar char="•"/>
            </a:pPr>
            <a:r>
              <a:rPr lang="en-US" sz="1500" dirty="0"/>
              <a:t>Repair and reuse equipment when possible.</a:t>
            </a:r>
          </a:p>
          <a:p>
            <a:pPr marL="171450" lvl="0" indent="-171450" algn="l">
              <a:buFont typeface="Arial" panose="020B0604020202020204" pitchFamily="34" charset="0"/>
              <a:buChar char="•"/>
            </a:pPr>
            <a:r>
              <a:rPr lang="en-US" sz="1500" dirty="0"/>
              <a:t>Properly recycle old servers, batteries and electronic components</a:t>
            </a:r>
            <a:r>
              <a:rPr lang="en-US" dirty="0"/>
              <a:t>.</a:t>
            </a:r>
          </a:p>
          <a:p>
            <a:br>
              <a:rPr lang="en-US" sz="1600" dirty="0"/>
            </a:br>
            <a:br>
              <a:rPr lang="en-US" sz="1500" dirty="0"/>
            </a:br>
            <a:endParaRPr lang="en-US" sz="1500" dirty="0"/>
          </a:p>
        </p:txBody>
      </p:sp>
      <p:pic>
        <p:nvPicPr>
          <p:cNvPr id="19" name="Content Placeholder 18">
            <a:extLst>
              <a:ext uri="{FF2B5EF4-FFF2-40B4-BE49-F238E27FC236}">
                <a16:creationId xmlns:a16="http://schemas.microsoft.com/office/drawing/2014/main" id="{166188FD-F56D-F51C-43BC-6A8841158800}"/>
              </a:ext>
            </a:extLst>
          </p:cNvPr>
          <p:cNvPicPr>
            <a:picLocks noGrp="1" noChangeAspect="1"/>
          </p:cNvPicPr>
          <p:nvPr>
            <p:ph sz="quarter" idx="46"/>
          </p:nvPr>
        </p:nvPicPr>
        <p:blipFill>
          <a:blip r:embed="rId2"/>
          <a:stretch>
            <a:fillRect/>
          </a:stretch>
        </p:blipFill>
        <p:spPr>
          <a:prstGeom prst="rect">
            <a:avLst/>
          </a:prstGeom>
        </p:spPr>
      </p:pic>
      <p:sp>
        <p:nvSpPr>
          <p:cNvPr id="12" name="Text Placeholder 11">
            <a:extLst>
              <a:ext uri="{FF2B5EF4-FFF2-40B4-BE49-F238E27FC236}">
                <a16:creationId xmlns:a16="http://schemas.microsoft.com/office/drawing/2014/main" id="{47C75998-441B-5D73-CF05-C0D92ADCBDD3}"/>
              </a:ext>
            </a:extLst>
          </p:cNvPr>
          <p:cNvSpPr>
            <a:spLocks noGrp="1"/>
          </p:cNvSpPr>
          <p:nvPr>
            <p:ph type="body" sz="quarter" idx="47"/>
          </p:nvPr>
        </p:nvSpPr>
        <p:spPr>
          <a:xfrm>
            <a:off x="9042400" y="3971431"/>
            <a:ext cx="1980000" cy="672958"/>
          </a:xfrm>
        </p:spPr>
        <p:txBody>
          <a:bodyPr>
            <a:noAutofit/>
          </a:bodyPr>
          <a:lstStyle/>
          <a:p>
            <a:r>
              <a:rPr lang="en-US" b="1" dirty="0"/>
              <a:t>Use Smarter Cooling</a:t>
            </a:r>
          </a:p>
          <a:p>
            <a:endParaRPr lang="en-US" sz="2300" dirty="0"/>
          </a:p>
        </p:txBody>
      </p:sp>
      <p:sp>
        <p:nvSpPr>
          <p:cNvPr id="13" name="Text Placeholder 12">
            <a:extLst>
              <a:ext uri="{FF2B5EF4-FFF2-40B4-BE49-F238E27FC236}">
                <a16:creationId xmlns:a16="http://schemas.microsoft.com/office/drawing/2014/main" id="{C9B68A79-D24E-4838-04D9-70C4E16D2AAD}"/>
              </a:ext>
            </a:extLst>
          </p:cNvPr>
          <p:cNvSpPr>
            <a:spLocks noGrp="1"/>
          </p:cNvSpPr>
          <p:nvPr>
            <p:ph type="body" sz="quarter" idx="48"/>
          </p:nvPr>
        </p:nvSpPr>
        <p:spPr/>
        <p:txBody>
          <a:bodyPr>
            <a:noAutofit/>
          </a:bodyPr>
          <a:lstStyle/>
          <a:p>
            <a:pPr marL="285750" indent="-285750" algn="l">
              <a:buFont typeface="Arial" panose="020B0604020202020204" pitchFamily="34" charset="0"/>
              <a:buChar char="•"/>
            </a:pPr>
            <a:r>
              <a:rPr lang="en-US" sz="1500" dirty="0"/>
              <a:t>Use efficient cooling systems.</a:t>
            </a:r>
          </a:p>
          <a:p>
            <a:pPr marL="285750" lvl="0" indent="-285750" algn="l">
              <a:buFont typeface="Arial" panose="020B0604020202020204" pitchFamily="34" charset="0"/>
              <a:buChar char="•"/>
            </a:pPr>
            <a:r>
              <a:rPr lang="en-US" sz="1500" dirty="0"/>
              <a:t>Use </a:t>
            </a:r>
            <a:r>
              <a:rPr lang="en-US" sz="1500" b="1" dirty="0"/>
              <a:t>free-air cooling</a:t>
            </a:r>
            <a:r>
              <a:rPr lang="en-US" sz="1500" dirty="0"/>
              <a:t> where climate conditions allow.</a:t>
            </a:r>
          </a:p>
          <a:p>
            <a:pPr algn="l"/>
            <a:br>
              <a:rPr lang="en-US" sz="1500" dirty="0"/>
            </a:br>
            <a:endParaRPr lang="en-US" sz="1500" dirty="0"/>
          </a:p>
        </p:txBody>
      </p:sp>
      <p:pic>
        <p:nvPicPr>
          <p:cNvPr id="21" name="Content Placeholder 20">
            <a:extLst>
              <a:ext uri="{FF2B5EF4-FFF2-40B4-BE49-F238E27FC236}">
                <a16:creationId xmlns:a16="http://schemas.microsoft.com/office/drawing/2014/main" id="{109C9D18-4E63-8811-84CE-167B3D3717D3}"/>
              </a:ext>
            </a:extLst>
          </p:cNvPr>
          <p:cNvPicPr>
            <a:picLocks noGrp="1" noChangeAspect="1"/>
          </p:cNvPicPr>
          <p:nvPr>
            <p:ph sz="quarter" idx="49"/>
          </p:nvPr>
        </p:nvPicPr>
        <p:blipFill>
          <a:blip r:embed="rId3"/>
          <a:stretch>
            <a:fillRect/>
          </a:stretch>
        </p:blipFill>
        <p:spPr>
          <a:xfrm>
            <a:off x="3976688" y="2209231"/>
            <a:ext cx="1487487" cy="1487801"/>
          </a:xfrm>
          <a:prstGeom prst="rect">
            <a:avLst/>
          </a:prstGeom>
        </p:spPr>
      </p:pic>
      <p:pic>
        <p:nvPicPr>
          <p:cNvPr id="23" name="Content Placeholder 22">
            <a:extLst>
              <a:ext uri="{FF2B5EF4-FFF2-40B4-BE49-F238E27FC236}">
                <a16:creationId xmlns:a16="http://schemas.microsoft.com/office/drawing/2014/main" id="{BA1CB158-8108-57EA-72A9-5E2F8564290D}"/>
              </a:ext>
            </a:extLst>
          </p:cNvPr>
          <p:cNvPicPr>
            <a:picLocks noGrp="1" noChangeAspect="1"/>
          </p:cNvPicPr>
          <p:nvPr>
            <p:ph sz="quarter" idx="50"/>
          </p:nvPr>
        </p:nvPicPr>
        <p:blipFill>
          <a:blip r:embed="rId4"/>
          <a:stretch>
            <a:fillRect/>
          </a:stretch>
        </p:blipFill>
        <p:spPr>
          <a:xfrm>
            <a:off x="6851136" y="2209800"/>
            <a:ext cx="1487487" cy="1487488"/>
          </a:xfrm>
          <a:prstGeom prst="rect">
            <a:avLst/>
          </a:prstGeom>
        </p:spPr>
      </p:pic>
      <p:pic>
        <p:nvPicPr>
          <p:cNvPr id="25" name="Content Placeholder 24">
            <a:extLst>
              <a:ext uri="{FF2B5EF4-FFF2-40B4-BE49-F238E27FC236}">
                <a16:creationId xmlns:a16="http://schemas.microsoft.com/office/drawing/2014/main" id="{6C28D1E4-8325-97FB-0A95-98FA6D657E91}"/>
              </a:ext>
            </a:extLst>
          </p:cNvPr>
          <p:cNvPicPr>
            <a:picLocks noGrp="1" noChangeAspect="1"/>
          </p:cNvPicPr>
          <p:nvPr>
            <p:ph sz="quarter" idx="51"/>
          </p:nvPr>
        </p:nvPicPr>
        <p:blipFill>
          <a:blip r:embed="rId5"/>
          <a:stretch>
            <a:fillRect/>
          </a:stretch>
        </p:blipFill>
        <p:spPr>
          <a:xfrm>
            <a:off x="9429750" y="2209230"/>
            <a:ext cx="1592650" cy="1487487"/>
          </a:xfrm>
          <a:prstGeom prst="rect">
            <a:avLst/>
          </a:prstGeom>
        </p:spPr>
      </p:pic>
    </p:spTree>
    <p:extLst>
      <p:ext uri="{BB962C8B-B14F-4D97-AF65-F5344CB8AC3E}">
        <p14:creationId xmlns:p14="http://schemas.microsoft.com/office/powerpoint/2010/main" val="23167728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A9485-3B53-4989-11FA-A07A19622AE6}"/>
              </a:ext>
            </a:extLst>
          </p:cNvPr>
          <p:cNvSpPr>
            <a:spLocks noGrp="1"/>
          </p:cNvSpPr>
          <p:nvPr>
            <p:ph type="title"/>
          </p:nvPr>
        </p:nvSpPr>
        <p:spPr>
          <a:xfrm>
            <a:off x="838200" y="129309"/>
            <a:ext cx="10515600" cy="1440873"/>
          </a:xfrm>
        </p:spPr>
        <p:txBody>
          <a:bodyPr>
            <a:normAutofit/>
          </a:bodyPr>
          <a:lstStyle/>
          <a:p>
            <a:r>
              <a:rPr lang="en-US" sz="4700" b="1" dirty="0"/>
              <a:t>Make Data Centers Smarter</a:t>
            </a:r>
            <a:br>
              <a:rPr lang="en-US" b="1" dirty="0"/>
            </a:br>
            <a:r>
              <a:rPr lang="en-US" sz="2200" dirty="0"/>
              <a:t>Technology itself can reduce environmental impact:</a:t>
            </a:r>
          </a:p>
        </p:txBody>
      </p:sp>
      <p:sp>
        <p:nvSpPr>
          <p:cNvPr id="4" name="Footer Placeholder 3">
            <a:extLst>
              <a:ext uri="{FF2B5EF4-FFF2-40B4-BE49-F238E27FC236}">
                <a16:creationId xmlns:a16="http://schemas.microsoft.com/office/drawing/2014/main" id="{FFDE1FC9-50DC-59B4-65DC-85172593374F}"/>
              </a:ext>
            </a:extLst>
          </p:cNvPr>
          <p:cNvSpPr>
            <a:spLocks noGrp="1"/>
          </p:cNvSpPr>
          <p:nvPr>
            <p:ph type="ftr" sz="quarter" idx="10"/>
          </p:nvPr>
        </p:nvSpPr>
        <p:spPr/>
        <p:txBody>
          <a:bodyPr/>
          <a:lstStyle/>
          <a:p>
            <a:r>
              <a:rPr lang="en-ZA"/>
              <a:t>Pitch deck</a:t>
            </a:r>
            <a:endParaRPr lang="en-ZA" dirty="0"/>
          </a:p>
        </p:txBody>
      </p:sp>
      <p:sp>
        <p:nvSpPr>
          <p:cNvPr id="5" name="Slide Number Placeholder 4">
            <a:extLst>
              <a:ext uri="{FF2B5EF4-FFF2-40B4-BE49-F238E27FC236}">
                <a16:creationId xmlns:a16="http://schemas.microsoft.com/office/drawing/2014/main" id="{EC8DE985-346A-561E-B785-B2F641DB5314}"/>
              </a:ext>
            </a:extLst>
          </p:cNvPr>
          <p:cNvSpPr>
            <a:spLocks noGrp="1"/>
          </p:cNvSpPr>
          <p:nvPr>
            <p:ph type="sldNum" sz="quarter" idx="11"/>
          </p:nvPr>
        </p:nvSpPr>
        <p:spPr/>
        <p:txBody>
          <a:bodyPr/>
          <a:lstStyle/>
          <a:p>
            <a:fld id="{19B51A1E-902D-48AF-9020-955120F399B6}" type="slidenum">
              <a:rPr lang="en-ZA" smtClean="0"/>
              <a:pPr/>
              <a:t>8</a:t>
            </a:fld>
            <a:endParaRPr lang="en-ZA" dirty="0"/>
          </a:p>
        </p:txBody>
      </p:sp>
      <p:sp>
        <p:nvSpPr>
          <p:cNvPr id="6" name="Date Placeholder 5">
            <a:extLst>
              <a:ext uri="{FF2B5EF4-FFF2-40B4-BE49-F238E27FC236}">
                <a16:creationId xmlns:a16="http://schemas.microsoft.com/office/drawing/2014/main" id="{511DEB8B-7637-F738-352C-006FE1BB6765}"/>
              </a:ext>
            </a:extLst>
          </p:cNvPr>
          <p:cNvSpPr>
            <a:spLocks noGrp="1"/>
          </p:cNvSpPr>
          <p:nvPr>
            <p:ph type="dt" sz="half" idx="2"/>
          </p:nvPr>
        </p:nvSpPr>
        <p:spPr/>
        <p:txBody>
          <a:bodyPr/>
          <a:lstStyle/>
          <a:p>
            <a:r>
              <a:rPr lang="en-US"/>
              <a:t>6/22/20XX</a:t>
            </a:r>
            <a:endParaRPr lang="en-US" dirty="0"/>
          </a:p>
        </p:txBody>
      </p:sp>
      <p:graphicFrame>
        <p:nvGraphicFramePr>
          <p:cNvPr id="10" name="Diagram 9">
            <a:extLst>
              <a:ext uri="{FF2B5EF4-FFF2-40B4-BE49-F238E27FC236}">
                <a16:creationId xmlns:a16="http://schemas.microsoft.com/office/drawing/2014/main" id="{D8BD31D5-5E00-C28A-F9B3-1DF7CD75F518}"/>
              </a:ext>
            </a:extLst>
          </p:cNvPr>
          <p:cNvGraphicFramePr/>
          <p:nvPr>
            <p:extLst>
              <p:ext uri="{D42A27DB-BD31-4B8C-83A1-F6EECF244321}">
                <p14:modId xmlns:p14="http://schemas.microsoft.com/office/powerpoint/2010/main" val="3980839243"/>
              </p:ext>
            </p:extLst>
          </p:nvPr>
        </p:nvGraphicFramePr>
        <p:xfrm>
          <a:off x="1948873" y="1570182"/>
          <a:ext cx="8534400" cy="48029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77781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CC0E1-56F0-95EA-9F42-1D194652D748}"/>
              </a:ext>
            </a:extLst>
          </p:cNvPr>
          <p:cNvSpPr>
            <a:spLocks noGrp="1"/>
          </p:cNvSpPr>
          <p:nvPr>
            <p:ph type="title"/>
          </p:nvPr>
        </p:nvSpPr>
        <p:spPr>
          <a:xfrm>
            <a:off x="838200" y="840510"/>
            <a:ext cx="10515600" cy="365126"/>
          </a:xfrm>
        </p:spPr>
        <p:txBody>
          <a:bodyPr>
            <a:normAutofit fontScale="90000"/>
          </a:bodyPr>
          <a:lstStyle/>
          <a:p>
            <a:r>
              <a:rPr lang="en-US" b="1" dirty="0"/>
              <a:t>What Should Companies &amp; Governments Do?</a:t>
            </a:r>
            <a:br>
              <a:rPr lang="en-US" b="1" dirty="0"/>
            </a:br>
            <a:endParaRPr lang="en-US" dirty="0"/>
          </a:p>
        </p:txBody>
      </p:sp>
      <p:sp>
        <p:nvSpPr>
          <p:cNvPr id="4" name="Footer Placeholder 3">
            <a:extLst>
              <a:ext uri="{FF2B5EF4-FFF2-40B4-BE49-F238E27FC236}">
                <a16:creationId xmlns:a16="http://schemas.microsoft.com/office/drawing/2014/main" id="{A71B40F7-8146-39B7-9220-8C2702D3E980}"/>
              </a:ext>
            </a:extLst>
          </p:cNvPr>
          <p:cNvSpPr>
            <a:spLocks noGrp="1"/>
          </p:cNvSpPr>
          <p:nvPr>
            <p:ph type="ftr" sz="quarter" idx="10"/>
          </p:nvPr>
        </p:nvSpPr>
        <p:spPr/>
        <p:txBody>
          <a:bodyPr/>
          <a:lstStyle/>
          <a:p>
            <a:r>
              <a:rPr lang="en-ZA"/>
              <a:t>Pitch deck</a:t>
            </a:r>
            <a:endParaRPr lang="en-ZA" dirty="0"/>
          </a:p>
        </p:txBody>
      </p:sp>
      <p:sp>
        <p:nvSpPr>
          <p:cNvPr id="5" name="Slide Number Placeholder 4">
            <a:extLst>
              <a:ext uri="{FF2B5EF4-FFF2-40B4-BE49-F238E27FC236}">
                <a16:creationId xmlns:a16="http://schemas.microsoft.com/office/drawing/2014/main" id="{1CE0A421-AD17-0492-EE27-5334BB904248}"/>
              </a:ext>
            </a:extLst>
          </p:cNvPr>
          <p:cNvSpPr>
            <a:spLocks noGrp="1"/>
          </p:cNvSpPr>
          <p:nvPr>
            <p:ph type="sldNum" sz="quarter" idx="11"/>
          </p:nvPr>
        </p:nvSpPr>
        <p:spPr/>
        <p:txBody>
          <a:bodyPr/>
          <a:lstStyle/>
          <a:p>
            <a:fld id="{19B51A1E-902D-48AF-9020-955120F399B6}" type="slidenum">
              <a:rPr lang="en-ZA" smtClean="0"/>
              <a:pPr/>
              <a:t>9</a:t>
            </a:fld>
            <a:endParaRPr lang="en-ZA" dirty="0"/>
          </a:p>
        </p:txBody>
      </p:sp>
      <p:sp>
        <p:nvSpPr>
          <p:cNvPr id="6" name="Date Placeholder 5">
            <a:extLst>
              <a:ext uri="{FF2B5EF4-FFF2-40B4-BE49-F238E27FC236}">
                <a16:creationId xmlns:a16="http://schemas.microsoft.com/office/drawing/2014/main" id="{A4B6FEBC-51A4-C536-A957-C463A528758F}"/>
              </a:ext>
            </a:extLst>
          </p:cNvPr>
          <p:cNvSpPr>
            <a:spLocks noGrp="1"/>
          </p:cNvSpPr>
          <p:nvPr>
            <p:ph type="dt" sz="half" idx="2"/>
          </p:nvPr>
        </p:nvSpPr>
        <p:spPr/>
        <p:txBody>
          <a:bodyPr/>
          <a:lstStyle/>
          <a:p>
            <a:r>
              <a:rPr lang="en-US" dirty="0"/>
              <a:t>6/22/20XX</a:t>
            </a:r>
          </a:p>
        </p:txBody>
      </p:sp>
      <p:graphicFrame>
        <p:nvGraphicFramePr>
          <p:cNvPr id="7" name="Diagram 6">
            <a:extLst>
              <a:ext uri="{FF2B5EF4-FFF2-40B4-BE49-F238E27FC236}">
                <a16:creationId xmlns:a16="http://schemas.microsoft.com/office/drawing/2014/main" id="{63DE54D5-0BD6-F0A4-1079-6719D69C0AE0}"/>
              </a:ext>
            </a:extLst>
          </p:cNvPr>
          <p:cNvGraphicFramePr/>
          <p:nvPr>
            <p:extLst>
              <p:ext uri="{D42A27DB-BD31-4B8C-83A1-F6EECF244321}">
                <p14:modId xmlns:p14="http://schemas.microsoft.com/office/powerpoint/2010/main" val="3497109468"/>
              </p:ext>
            </p:extLst>
          </p:nvPr>
        </p:nvGraphicFramePr>
        <p:xfrm>
          <a:off x="2032000" y="1205637"/>
          <a:ext cx="8128000" cy="52361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56932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54ABB-4929-4810-950B-2DAEA0A5BAB4}"/>
              </a:ext>
            </a:extLst>
          </p:cNvPr>
          <p:cNvSpPr>
            <a:spLocks noGrp="1"/>
          </p:cNvSpPr>
          <p:nvPr>
            <p:ph type="title"/>
          </p:nvPr>
        </p:nvSpPr>
        <p:spPr>
          <a:xfrm>
            <a:off x="678289" y="125254"/>
            <a:ext cx="5932055" cy="1958108"/>
          </a:xfrm>
        </p:spPr>
        <p:txBody>
          <a:bodyPr>
            <a:normAutofit fontScale="90000"/>
          </a:bodyPr>
          <a:lstStyle/>
          <a:p>
            <a:pPr algn="ctr"/>
            <a:r>
              <a:rPr lang="en-US" b="1" dirty="0">
                <a:effectLst>
                  <a:outerShdw blurRad="38100" dist="38100" dir="2700000" algn="tl">
                    <a:srgbClr val="000000">
                      <a:alpha val="43137"/>
                    </a:srgbClr>
                  </a:outerShdw>
                </a:effectLst>
              </a:rPr>
              <a:t>Conclusion</a:t>
            </a:r>
            <a:br>
              <a:rPr lang="en-US" b="1" dirty="0"/>
            </a:br>
            <a:r>
              <a:rPr lang="en-US" sz="3900" b="1" dirty="0">
                <a:highlight>
                  <a:srgbClr val="C0C0C0"/>
                </a:highlight>
              </a:rPr>
              <a:t>“We cannot stop the digital revolution—but we can make it a sustainable one.”</a:t>
            </a:r>
          </a:p>
        </p:txBody>
      </p:sp>
      <p:sp>
        <p:nvSpPr>
          <p:cNvPr id="6" name="Text Placeholder 5">
            <a:extLst>
              <a:ext uri="{FF2B5EF4-FFF2-40B4-BE49-F238E27FC236}">
                <a16:creationId xmlns:a16="http://schemas.microsoft.com/office/drawing/2014/main" id="{0FE22F9B-4BF8-41DC-8F1C-836B546E59AD}"/>
              </a:ext>
            </a:extLst>
          </p:cNvPr>
          <p:cNvSpPr>
            <a:spLocks noGrp="1"/>
          </p:cNvSpPr>
          <p:nvPr>
            <p:ph type="body" idx="15"/>
          </p:nvPr>
        </p:nvSpPr>
        <p:spPr>
          <a:xfrm>
            <a:off x="857251" y="2579324"/>
            <a:ext cx="2381245" cy="575314"/>
          </a:xfrm>
        </p:spPr>
        <p:txBody>
          <a:bodyPr/>
          <a:lstStyle/>
          <a:p>
            <a:r>
              <a:rPr lang="en-ZA" dirty="0"/>
              <a:t>$1</a:t>
            </a:r>
          </a:p>
        </p:txBody>
      </p:sp>
      <p:sp>
        <p:nvSpPr>
          <p:cNvPr id="4" name="Text Placeholder 3">
            <a:extLst>
              <a:ext uri="{FF2B5EF4-FFF2-40B4-BE49-F238E27FC236}">
                <a16:creationId xmlns:a16="http://schemas.microsoft.com/office/drawing/2014/main" id="{A112B089-A8F9-45B1-BE6E-EAC10163F082}"/>
              </a:ext>
            </a:extLst>
          </p:cNvPr>
          <p:cNvSpPr>
            <a:spLocks noGrp="1"/>
          </p:cNvSpPr>
          <p:nvPr>
            <p:ph type="body" idx="1"/>
          </p:nvPr>
        </p:nvSpPr>
        <p:spPr>
          <a:xfrm>
            <a:off x="3771900" y="2449538"/>
            <a:ext cx="2838444" cy="1226572"/>
          </a:xfrm>
        </p:spPr>
        <p:txBody>
          <a:bodyPr>
            <a:normAutofit/>
          </a:bodyPr>
          <a:lstStyle/>
          <a:p>
            <a:pPr lvl="0"/>
            <a:r>
              <a:rPr lang="en-US" sz="1800" dirty="0"/>
              <a:t>Data centers are essential infrastructure for our digital world.</a:t>
            </a:r>
          </a:p>
        </p:txBody>
      </p:sp>
      <p:sp>
        <p:nvSpPr>
          <p:cNvPr id="7" name="Content Placeholder 6">
            <a:extLst>
              <a:ext uri="{FF2B5EF4-FFF2-40B4-BE49-F238E27FC236}">
                <a16:creationId xmlns:a16="http://schemas.microsoft.com/office/drawing/2014/main" id="{6B35F89A-6CDF-41F7-BD87-18B45BD7330B}"/>
              </a:ext>
            </a:extLst>
          </p:cNvPr>
          <p:cNvSpPr>
            <a:spLocks noGrp="1"/>
          </p:cNvSpPr>
          <p:nvPr>
            <p:ph type="body" idx="17"/>
          </p:nvPr>
        </p:nvSpPr>
        <p:spPr>
          <a:xfrm>
            <a:off x="857251" y="3871808"/>
            <a:ext cx="2381245" cy="524308"/>
          </a:xfrm>
        </p:spPr>
        <p:txBody>
          <a:bodyPr vert="horz" lIns="91440" tIns="45720" rIns="91440" bIns="45720" rtlCol="0" anchor="t">
            <a:normAutofit/>
          </a:bodyPr>
          <a:lstStyle/>
          <a:p>
            <a:r>
              <a:rPr lang="en-ZA" noProof="1"/>
              <a:t>$2</a:t>
            </a:r>
          </a:p>
        </p:txBody>
      </p:sp>
      <p:sp>
        <p:nvSpPr>
          <p:cNvPr id="5" name="Content Placeholder 4">
            <a:extLst>
              <a:ext uri="{FF2B5EF4-FFF2-40B4-BE49-F238E27FC236}">
                <a16:creationId xmlns:a16="http://schemas.microsoft.com/office/drawing/2014/main" id="{CF515C5D-2CDB-4E66-B2B8-1451BC44247F}"/>
              </a:ext>
            </a:extLst>
          </p:cNvPr>
          <p:cNvSpPr>
            <a:spLocks noGrp="1"/>
          </p:cNvSpPr>
          <p:nvPr>
            <p:ph type="body" idx="16"/>
          </p:nvPr>
        </p:nvSpPr>
        <p:spPr>
          <a:xfrm>
            <a:off x="3771900" y="3828083"/>
            <a:ext cx="2838444" cy="1226572"/>
          </a:xfrm>
        </p:spPr>
        <p:txBody>
          <a:bodyPr vert="horz" lIns="91440" tIns="45720" rIns="91440" bIns="45720" rtlCol="0" anchor="t">
            <a:normAutofit/>
          </a:bodyPr>
          <a:lstStyle/>
          <a:p>
            <a:pPr lvl="0"/>
            <a:r>
              <a:rPr lang="en-US" sz="1800" dirty="0"/>
              <a:t>Their electricity, cooling, water use and equipment can create environmental impacts.</a:t>
            </a:r>
          </a:p>
        </p:txBody>
      </p:sp>
      <p:sp>
        <p:nvSpPr>
          <p:cNvPr id="8" name="Text Placeholder 7">
            <a:extLst>
              <a:ext uri="{FF2B5EF4-FFF2-40B4-BE49-F238E27FC236}">
                <a16:creationId xmlns:a16="http://schemas.microsoft.com/office/drawing/2014/main" id="{E92B9716-8D44-4864-8986-720957B34362}"/>
              </a:ext>
            </a:extLst>
          </p:cNvPr>
          <p:cNvSpPr>
            <a:spLocks noGrp="1"/>
          </p:cNvSpPr>
          <p:nvPr>
            <p:ph type="body" idx="19"/>
          </p:nvPr>
        </p:nvSpPr>
        <p:spPr>
          <a:xfrm>
            <a:off x="857251" y="5417538"/>
            <a:ext cx="2381245" cy="524308"/>
          </a:xfrm>
        </p:spPr>
        <p:txBody>
          <a:bodyPr/>
          <a:lstStyle/>
          <a:p>
            <a:r>
              <a:rPr lang="en-US" dirty="0"/>
              <a:t>$3</a:t>
            </a:r>
          </a:p>
        </p:txBody>
      </p:sp>
      <p:sp>
        <p:nvSpPr>
          <p:cNvPr id="3" name="Text Placeholder 2">
            <a:extLst>
              <a:ext uri="{FF2B5EF4-FFF2-40B4-BE49-F238E27FC236}">
                <a16:creationId xmlns:a16="http://schemas.microsoft.com/office/drawing/2014/main" id="{D5E1C399-8F48-44F5-9461-3C89866D4CE1}"/>
              </a:ext>
            </a:extLst>
          </p:cNvPr>
          <p:cNvSpPr>
            <a:spLocks noGrp="1"/>
          </p:cNvSpPr>
          <p:nvPr>
            <p:ph type="body" idx="18"/>
          </p:nvPr>
        </p:nvSpPr>
        <p:spPr>
          <a:xfrm>
            <a:off x="3771900" y="5205101"/>
            <a:ext cx="2838444" cy="1226572"/>
          </a:xfrm>
        </p:spPr>
        <p:txBody>
          <a:bodyPr>
            <a:normAutofit/>
          </a:bodyPr>
          <a:lstStyle/>
          <a:p>
            <a:pPr lvl="0"/>
            <a:r>
              <a:rPr lang="en-US" sz="1800" dirty="0"/>
              <a:t>Renewable energy + efficiency + responsible resource management can significantly reduce those impacts.</a:t>
            </a:r>
          </a:p>
        </p:txBody>
      </p:sp>
      <p:pic>
        <p:nvPicPr>
          <p:cNvPr id="66" name="Picture Placeholder 65">
            <a:extLst>
              <a:ext uri="{FF2B5EF4-FFF2-40B4-BE49-F238E27FC236}">
                <a16:creationId xmlns:a16="http://schemas.microsoft.com/office/drawing/2014/main" id="{C3E1B7B8-079D-4A7E-9C9D-2238847A5636}"/>
              </a:ext>
            </a:extLst>
          </p:cNvPr>
          <p:cNvPicPr>
            <a:picLocks noGrp="1" noChangeAspect="1"/>
          </p:cNvPicPr>
          <p:nvPr>
            <p:ph type="pic" sz="quarter" idx="13"/>
          </p:nvPr>
        </p:nvPicPr>
        <p:blipFill>
          <a:blip r:embed="rId2"/>
          <a:srcRect/>
          <a:stretch/>
        </p:blipFill>
        <p:spPr>
          <a:xfrm>
            <a:off x="7923213" y="525463"/>
            <a:ext cx="3784599" cy="2629175"/>
          </a:xfrm>
        </p:spPr>
      </p:pic>
      <p:pic>
        <p:nvPicPr>
          <p:cNvPr id="68" name="Picture Placeholder 67">
            <a:extLst>
              <a:ext uri="{FF2B5EF4-FFF2-40B4-BE49-F238E27FC236}">
                <a16:creationId xmlns:a16="http://schemas.microsoft.com/office/drawing/2014/main" id="{40720171-A57D-4B75-8C19-882ECC4A3A4B}"/>
              </a:ext>
            </a:extLst>
          </p:cNvPr>
          <p:cNvPicPr>
            <a:picLocks noGrp="1" noChangeAspect="1"/>
          </p:cNvPicPr>
          <p:nvPr>
            <p:ph type="pic" sz="quarter" idx="20"/>
          </p:nvPr>
        </p:nvPicPr>
        <p:blipFill>
          <a:blip r:embed="rId3"/>
          <a:srcRect/>
          <a:stretch/>
        </p:blipFill>
        <p:spPr>
          <a:xfrm>
            <a:off x="7923213" y="3632600"/>
            <a:ext cx="3784599" cy="2629175"/>
          </a:xfrm>
        </p:spPr>
      </p:pic>
      <p:sp>
        <p:nvSpPr>
          <p:cNvPr id="71" name="Slide Number Placeholder 70">
            <a:extLst>
              <a:ext uri="{FF2B5EF4-FFF2-40B4-BE49-F238E27FC236}">
                <a16:creationId xmlns:a16="http://schemas.microsoft.com/office/drawing/2014/main" id="{4CFFF867-B1AF-42AA-BEA4-FC371900A0B6}"/>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10</a:t>
            </a:fld>
            <a:endParaRPr lang="en-US" dirty="0"/>
          </a:p>
        </p:txBody>
      </p:sp>
    </p:spTree>
    <p:extLst>
      <p:ext uri="{BB962C8B-B14F-4D97-AF65-F5344CB8AC3E}">
        <p14:creationId xmlns:p14="http://schemas.microsoft.com/office/powerpoint/2010/main" val="21211780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4">
            <a:lumMod val="75000"/>
          </a:schemeClr>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42F76C7-D9B8-EB4F-97FC-EAD1D1BB53B9}"/>
              </a:ext>
            </a:extLst>
          </p:cNvPr>
          <p:cNvSpPr>
            <a:spLocks noGrp="1"/>
          </p:cNvSpPr>
          <p:nvPr>
            <p:ph type="ftr" sz="quarter" idx="10"/>
          </p:nvPr>
        </p:nvSpPr>
        <p:spPr/>
        <p:txBody>
          <a:bodyPr/>
          <a:lstStyle/>
          <a:p>
            <a:r>
              <a:rPr lang="en-ZA"/>
              <a:t>Pitch deck</a:t>
            </a:r>
            <a:endParaRPr lang="en-ZA" dirty="0"/>
          </a:p>
        </p:txBody>
      </p:sp>
      <p:sp>
        <p:nvSpPr>
          <p:cNvPr id="5" name="Slide Number Placeholder 4">
            <a:extLst>
              <a:ext uri="{FF2B5EF4-FFF2-40B4-BE49-F238E27FC236}">
                <a16:creationId xmlns:a16="http://schemas.microsoft.com/office/drawing/2014/main" id="{E2F85693-1883-20F8-8C53-3F47C48B769F}"/>
              </a:ext>
            </a:extLst>
          </p:cNvPr>
          <p:cNvSpPr>
            <a:spLocks noGrp="1"/>
          </p:cNvSpPr>
          <p:nvPr>
            <p:ph type="sldNum" sz="quarter" idx="11"/>
          </p:nvPr>
        </p:nvSpPr>
        <p:spPr/>
        <p:txBody>
          <a:bodyPr/>
          <a:lstStyle/>
          <a:p>
            <a:fld id="{19B51A1E-902D-48AF-9020-955120F399B6}" type="slidenum">
              <a:rPr lang="en-ZA" smtClean="0"/>
              <a:pPr/>
              <a:t>11</a:t>
            </a:fld>
            <a:endParaRPr lang="en-ZA" dirty="0"/>
          </a:p>
        </p:txBody>
      </p:sp>
      <p:sp>
        <p:nvSpPr>
          <p:cNvPr id="6" name="Date Placeholder 5">
            <a:extLst>
              <a:ext uri="{FF2B5EF4-FFF2-40B4-BE49-F238E27FC236}">
                <a16:creationId xmlns:a16="http://schemas.microsoft.com/office/drawing/2014/main" id="{CB9C3ABF-5292-EB82-7F66-F3DAA1955860}"/>
              </a:ext>
            </a:extLst>
          </p:cNvPr>
          <p:cNvSpPr>
            <a:spLocks noGrp="1"/>
          </p:cNvSpPr>
          <p:nvPr>
            <p:ph type="dt" sz="half" idx="2"/>
          </p:nvPr>
        </p:nvSpPr>
        <p:spPr/>
        <p:txBody>
          <a:bodyPr/>
          <a:lstStyle/>
          <a:p>
            <a:r>
              <a:rPr lang="en-US"/>
              <a:t>6/22/20XX</a:t>
            </a:r>
            <a:endParaRPr lang="en-US" dirty="0"/>
          </a:p>
        </p:txBody>
      </p:sp>
      <p:sp>
        <p:nvSpPr>
          <p:cNvPr id="7" name="TextBox 6">
            <a:extLst>
              <a:ext uri="{FF2B5EF4-FFF2-40B4-BE49-F238E27FC236}">
                <a16:creationId xmlns:a16="http://schemas.microsoft.com/office/drawing/2014/main" id="{58E94EE3-2497-9811-58F1-D87C8372B92C}"/>
              </a:ext>
            </a:extLst>
          </p:cNvPr>
          <p:cNvSpPr txBox="1"/>
          <p:nvPr/>
        </p:nvSpPr>
        <p:spPr>
          <a:xfrm>
            <a:off x="1244599" y="2078182"/>
            <a:ext cx="9857509" cy="2400657"/>
          </a:xfrm>
          <a:prstGeom prst="rect">
            <a:avLst/>
          </a:prstGeom>
          <a:noFill/>
          <a:effectLst>
            <a:outerShdw blurRad="50800" dist="38100" dir="2700000" algn="tl" rotWithShape="0">
              <a:prstClr val="black">
                <a:alpha val="40000"/>
              </a:prstClr>
            </a:outerShdw>
          </a:effectLst>
        </p:spPr>
        <p:txBody>
          <a:bodyPr wrap="square" rtlCol="0">
            <a:spAutoFit/>
          </a:bodyPr>
          <a:lstStyle/>
          <a:p>
            <a:r>
              <a:rPr lang="en-US" sz="15000" b="1" dirty="0"/>
              <a:t>Thank You</a:t>
            </a:r>
          </a:p>
        </p:txBody>
      </p:sp>
    </p:spTree>
    <p:extLst>
      <p:ext uri="{BB962C8B-B14F-4D97-AF65-F5344CB8AC3E}">
        <p14:creationId xmlns:p14="http://schemas.microsoft.com/office/powerpoint/2010/main" val="3323941243"/>
      </p:ext>
    </p:extLst>
  </p:cSld>
  <p:clrMapOvr>
    <a:masterClrMapping/>
  </p:clrMapOvr>
</p:sld>
</file>

<file path=ppt/theme/theme1.xml><?xml version="1.0" encoding="utf-8"?>
<a:theme xmlns:a="http://schemas.openxmlformats.org/drawingml/2006/main" name="Office Theme">
  <a:themeElements>
    <a:clrScheme name="Custom 175">
      <a:dk1>
        <a:sysClr val="windowText" lastClr="000000"/>
      </a:dk1>
      <a:lt1>
        <a:sysClr val="window" lastClr="FFFFFF"/>
      </a:lt1>
      <a:dk2>
        <a:srgbClr val="44546A"/>
      </a:dk2>
      <a:lt2>
        <a:srgbClr val="E7E6E6"/>
      </a:lt2>
      <a:accent1>
        <a:srgbClr val="EFEAE4"/>
      </a:accent1>
      <a:accent2>
        <a:srgbClr val="7C6B62"/>
      </a:accent2>
      <a:accent3>
        <a:srgbClr val="5D4C41"/>
      </a:accent3>
      <a:accent4>
        <a:srgbClr val="AA6256"/>
      </a:accent4>
      <a:accent5>
        <a:srgbClr val="ACC6D8"/>
      </a:accent5>
      <a:accent6>
        <a:srgbClr val="CBA863"/>
      </a:accent6>
      <a:hlink>
        <a:srgbClr val="0563C1"/>
      </a:hlink>
      <a:folHlink>
        <a:srgbClr val="954F72"/>
      </a:folHlink>
    </a:clrScheme>
    <a:fontScheme name="Custom 59">
      <a:majorFont>
        <a:latin typeface="Bodoni MT"/>
        <a:ea typeface=""/>
        <a:cs typeface=""/>
      </a:majorFont>
      <a:minorFont>
        <a:latin typeface="Seafor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etail Pitch Deck_tm33850888_Win32_LW_v2.potx" id="{46D5EC7D-1804-4C18-AE1A-8CD4358371A7}" vid="{50D438F0-9FB1-414D-BBA2-7CE35940A5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1" ma:contentTypeDescription="Create a new document." ma:contentTypeScope="" ma:versionID="64dfb1555687e0874b4304b796b5b0c7">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6e4c555b5e194d05b7203de9c4567b3"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8F3EECA-3A4D-4005-BFAD-C4D5A471E2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5B071DB-81D7-454C-B973-21A172F54F13}">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7FB0D94B-5A32-4AAB-B55C-DC457E4CE0C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Retail pitch deck</Template>
  <TotalTime>328</TotalTime>
  <Words>597</Words>
  <Application>Microsoft Office PowerPoint</Application>
  <PresentationFormat>Widescreen</PresentationFormat>
  <Paragraphs>107</Paragraphs>
  <Slides>11</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Bodoni MT</vt:lpstr>
      <vt:lpstr>Calibri</vt:lpstr>
      <vt:lpstr>Seaford</vt:lpstr>
      <vt:lpstr>Times New Roman</vt:lpstr>
      <vt:lpstr>Wingdings</vt:lpstr>
      <vt:lpstr>Office Theme</vt:lpstr>
      <vt:lpstr>Introduction To Data Center</vt:lpstr>
      <vt:lpstr>What is a Data Center?</vt:lpstr>
      <vt:lpstr>What Happens Inside a Data Center?</vt:lpstr>
      <vt:lpstr> Why Do Data Centers Consume So Much Energy?  </vt:lpstr>
      <vt:lpstr>Growth in Data Center Electricity Demand</vt:lpstr>
      <vt:lpstr> How Do Data Centers Impact Climate?</vt:lpstr>
      <vt:lpstr>Strategies to Reduce the Climate Impact  </vt:lpstr>
      <vt:lpstr>Make Data Centers Smarter Technology itself can reduce environmental impact:</vt:lpstr>
      <vt:lpstr>What Should Companies &amp; Governments Do? </vt:lpstr>
      <vt:lpstr>Conclusion “We cannot stop the digital revolution—but we can make it a sustainable one.”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bhandareneha948@gmail.com</dc:creator>
  <cp:lastModifiedBy>bhandareneha948@gmail.com</cp:lastModifiedBy>
  <cp:revision>16</cp:revision>
  <dcterms:created xsi:type="dcterms:W3CDTF">2026-10-03T15:15:58Z</dcterms:created>
  <dcterms:modified xsi:type="dcterms:W3CDTF">2026-10-04T19:08:39Z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